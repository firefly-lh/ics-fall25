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ink/ink4.xml" ContentType="application/inkml+xml"/>
  <Override PartName="/ppt/ink/ink5.xml" ContentType="application/inkml+xml"/>
  <Override PartName="/ppt/ink/ink6.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slides/slide3.xml" ContentType="application/vnd.openxmlformats-officedocument.presentationml.slide+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67.xml" ContentType="application/inkml+xml"/>
  <Override PartName="/ppt/ink/ink68.xml" ContentType="application/inkml+xml"/>
  <Override PartName="/ppt/ink/ink70.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slides/slide4.xml" ContentType="application/vnd.openxmlformats-officedocument.presentationml.slide+xml"/>
  <Override PartName="/ppt/ink/ink113.xml" ContentType="application/inkml+xml"/>
  <Override PartName="/ppt/ink/ink115.xml" ContentType="application/inkml+xml"/>
  <Override PartName="/ppt/ink/ink116.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6.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6" r:id="rId3"/>
    <p:sldId id="260" r:id="rId4"/>
    <p:sldId id="261" r:id="rId5"/>
    <p:sldId id="262" r:id="rId6"/>
  </p:sldIdLst>
  <p:sldSz type="screen16x9" cy="6858000" cx="12192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987" autoAdjust="0"/>
    <p:restoredTop sz="94660"/>
  </p:normalViewPr>
  <p:slideViewPr>
    <p:cSldViewPr snapToGrid="0">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tableStyles" Target="tableStyle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s>
</file>

<file path=ppt/ink/ink4.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7763.795 3961.408 533.15</trace>
</ink>
</file>

<file path=ppt/ink/ink5.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9297.271 5494.447 533.15</trace>
</ink>
</file>

<file path=ppt/ink/ink6.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9575.928 5276.233 533.15</trace>
</ink>
</file>

<file path=ppt/ink/ink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12162.718 10384.705 533.15</trace>
</ink>
</file>

<file path=ppt/ink/ink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10707.355 9755.854 533.15, 10671.955 9756.5 872.788, 10638.156 9758.229 871.77, 10568.62 9762.857 866.633, 10508.939 9767.769 860.269, 10467.185 9771.229 850.55, 10418.112 9775.935 836.666, 10369.226 9780.933 824.094, 10318.945 9786.252 812.954, 10269.116 9791.647 804.098, 10234.624 9795.403 797.626, 10195.974 9799.642 799.2, 10155.549 9803.964 804.241, 10127.332 9806.979 809.844, 10093.01 9810.452 816.207, 10056.575 9813.928 823.601, 9998.219 9819.205 839.652, 9963.87 9822.007 845.852, 9908.785 9826.302 855.525, 9877.624 9828.534 856.94, 9827.095 9832.051 857.269, 9798.235 9834.129 857.369, 9749.75 9837.935 857.601, 9720.522 9840.96 857.743, 9670.238 9847.783 858.304, 9620.961 9858.317 858.393, 9591.733 9868.386 858.335, 9543.277 9888.243 857.725, 9493.681 9916.767 856.906, 9454.952 9949.845 856.207, 9417.073 10009.229 856.113, 9398.426 10078.173 856.583, 9394.349 10155.245 856.377, 9395.302 10182.559 856.153, 9403.931 10243.529 854.582, 9411.184 10277.598 853.789, 9417.4 10304.779 852.392, 9426.223 10337.272 850.846, 9434.355 10365.646 849.96, 9452.474 10416.262 849.358, 9479.353 10475.651 851.915, 9496.104 10504.749 855.441, 9530.221 10550.266 863.55, 9554.974 10577.616 867.026, 9582.297 10605.168 868.127, 9625.745 10644.74 866.887, 9677.886 10687.067 864.44, 9710.629 10711.074 863.138, 9745.774 10734.889 861.903, 9781.447 10757.804 860.771, 9826.086 10784.824 859.569, 9872.251 10811.254 858.302, 9920.899 10836.785 857.02, 9952.004 10851.561 856.236, 9980.081 10864.569 855.534, 10041.29 10890.207 852.671, 10071.999 10902.441 851.246, 10100.639 10912.277 849.628, 10136.854 10923.027 847.976, 10168.354 10931.942 846.976, 10197.858 10939.021 845.962, 10233.457 10946.033 845.431, 10264 10951.632 845.879, 10292.379 10955.898 846.51, 10326.834 10959.535 847.33, 10356.192 10962.215 848.481, 10383.966 10963.898 849.606, 10417.768 10964.967 850.775, 10446.448 10965.603 852, 10473.902 10965.729 852.952, 10507.362 10965.276 853.832, 10535.984 10964.714 854.533, 10563.131 10963.79 854.87, 10596.268 10962.017 855.096, 10624.386 10960.348 855.248, 10684.416 10955.956 855.373, 10712.433 10953.764 855.423, 10771.907 10949.038 855.447, 10799.227 10946.885 855.496, 10856.743 10943.263 855.677, 10908.551 10940.657 855.929, 10939.448 10939.777 856.128, 10990.188 10939.095 856.535, 11020.73 10939.313 856.717, 11070.997 10939.902 857.004, 11101.621 10940.382 857.114, 11152.966 10941.106 857.177, 11186.76 10941.053 857.06, 11214.558 10940.924 856.856, 11246.003 10939.386 856.469, 11287.87 10934.888 855.74, 11322.396 10930.743 854.088, 11360.607 10923.316 851.03, 11409.581 10910.857 846.671, 11449.406 10900.179 841.504, 11492.061 10886.758 835.321, 11544.935 10868.206 828.459, 11587.104 10853.033 821.802, 11631.561 10835.557 815.155, 11683.757 10813.612 808.944, 11724.638 10796.123 804.389, 11764.377 10778.474 800.916, 11808.054 10758.529 799.623, 11841.251 10743.242 801.341, 11872.937 10728.396 804.906, 11906.593 10712.496 810.546, 11956.137 10688.938 825.202, 12018.839 10659.103 845.956, 12052.039 10643.338 856.902, 12081.961 10628.738 863.9, 12127.566 10599.028 868.408, 12163.202 10549.133 867.697, 12177.152 10514.226 865.969, 12184.941 10468.318 863.719, 12186.1 10423.933 861.157, 12181.387 10391.319 859.667, 12169.076 10337.29 856.135, 12154.221 10299.922 852.817, 12125.763 10240.921 845.706, 12100.976 10203.572 841.121, 12057.768 10146.995 832.907, 12025.197 10113.805 828.521, 11971.553 10064.893 822.401, 11934.088 10037.617 819.903, 11874.362 9998.013 819.129, 11834.814 9975.866 819.175, 11807.106 9960.623 820.872, 11773.507 9943.805 822.759, 11733.912 9925.67 824.977, 11706.46 9913.273 828.365, 11673.426 9899.316 831.237, 11635.385 9884.044 834.536, 11577.718 9861.555 841.195, 11540.895 9848.011 844.013, 11484.721 9827.838 848.626, 11448.419 9815.33 850.332, 11392.97 9796.562 852.675, 11356.874 9784.715 853.448, 11301.81 9767.046 854.13, 11265.817 9756.129 854.252, 11211.441 9740.679 854.337, 11176.555 9732.674 854.432, 11125.403 9722.373 854.709, 11093.977 9718.075 854.997, 11048.021 9713.317 855.886, 11019.214 9712.064 856.485, 10976.423 9711.478 857.789, 10948.712 9712.91 858.398, 10907.141 9716.212 859.466, 10839.792 9725.599 860.342, 10778.077 9737.16 860.577, 10745.18 9744.392 860.954, 10691.139 9756.745 866.897, 10662.78 9753.965 8.669</trace>
</ink>
</file>

<file path=ppt/ink/ink1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12053.483 6895.8 533.15, 12061.717 6937.262 872.185, 12119.276 6964.181 869.02, 12153.033 6972.884 866.866, 12190.125 6980.606 864.289, 12255.925 6989.681 860.385, 12324.936 6994.388 857.55, 12368.136 6995.273 857.135, 12403.612 6994.255 857.804, 12456.959 6987.436 863.973, 12485.025 6991.768 8.639</trace>
</ink>
</file>

<file path=ppt/ink/ink1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11618.593 10151.359 533.15, 11653.965 10118.2 871.716, 11697.806 10075.985 868.156, 11761.34 10013.166 857.75, 11789.607 9985.051 847.895, 11819.797 9953.508 837.151, 11856.626 9912.517 826.229, 11896.5 9863.559 815.141, 11937.111 9808.728 804.686, 11965.533 9769.838 798.304, 11995.693 9723.448 792.933, 12030.748 9664.482 787.566, 12055.373 9622.436 784.766, 12084.553 9569.421 782.969, 12118.306 9504.876 781.357, 12141.75 9459.724 780.379, 12169.54 9403.638 778.994, 12200.805 9336.574 777.419, 12222.31 9290.117 776.615, 12246.876 9231.974 774.661, 12273.779 9161.75 772.385, 12292.104 9113.406 771.278, 12313.521 9051.756 769.559, 12336.675 8978.02 768.722, 12352.358 8927.496 769.126, 12370.601 8863.431 769.179, 12389.121 8788.397 769.239, 12401.496 8737.496 769.528, 12414.812 8674.151 769.975, 12427.71 8603.481 770.967, 12436.202 8556.229 772.634, 12444.416 8500.413 774.807, 12451.562 8440.359 778.224, 12456.172 8400.626 783.125, 12460.227 8353.363 789.067, 12463.269 8301.982 796.267, 12465.173 8268.316 804.529, 12466.514 8226.889 813.495, 12467.057 8180.453 821.938, 12467.346 8150.179 829.413, 12467.147 8111.619 836.09, 12466.338 8066.329 841.808, 12465.775 8036.91 846.193, 12464.518 7996.641 849.418, 12462.657 7949.129 851.615, 12461.437 7918.43 852.246, 12459.479 7876.628 851.058, 12456.942 7829.199 849.322, 12455.272 7798.212 846.975, 12452.769 7759.842 844.802, 12449.895 7720.114 843.008, 12445.6 7664.763 842.989, 12442.814 7635.791 844.159, 12438.606 7596.118 848.137, 12434.239 7562.953 853.884, 12429.62 7532.992 860.386, 12423.175 7498.579 867.385, 12416.57 7470.046 870.293, 12401.045 7422.614 871.16, 12387.997 7394.161 872.163, 12366.251 7337.172 869.052, 12349.609 7287.601 866.062, 12338.326 7253.706 865.006, 12328.727 7225.719 865.539, 12306.501 7179.049 871.26, 12300.626 7150.949 8.712</trace>
</ink>
</file>

<file path=ppt/ink/ink1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12296.382 7196.899 533.15, 12276.366 7224.566 872.485, 12254.604 7254.198 870.726, 12205.038 7321.34 863.479, 12165.671 7374.649 851.685, 12134.591 7416.75 839.764, 12093.691 7472.489 813.846, 12050.979 7531.092 785.368, 12012.458 7584.727 758.231, 11978.528 7633.153 740.752, 11954.182 7668.143 738.906, 11933.077 7699.641 740.039, 11913.354 7730.257 751.239, 11887.165 7772.911 792.325</trace>
</ink>
</file>

<file path=ppt/ink/ink1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12216.021 7309.173 533.15, 12272.464 7318.2 871.685, 12350.655 7333.102 867.222, 12421.444 7349.685 858.197, 12471.507 7361.532 846.617, 12550.568 7384.331 821.942, 12625.437 7412.988 782.862, 12676.439 7433.022 748.064, 12707.182 7444.627 694.48, 12751.226 7460.635 567.801</trace>
</ink>
</file>

<file path=ppt/ink/ink1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12037.85 10946.386 533.15, 12010.012 10933.117 851.957, 11979.892 10919.01 870.493, 11950.445 10905.249 868.513, 11916.406 10890.161 865.76, 11864.608 10869.232 855.869, 11816.104 10850.068 846.339, 11766.259 10832.438 834.443, 11703.544 10813.477 810.704, 11635.042 10795.98 788.85, 11566.295 10781.322 771.318, 11509.527 10770.164 758.687, 11459.026 10762.258 747.589, 11395.503 10755.114 747.189, 11342.362 10749.825 748.542, 11294.6 10745.711 752.535, 11235.24 10741.561 758.196, 11183.179 10738.187 765.666, 11135.868 10735.547 776.643, 11078.271 10732.609 786.6, 11028.854 10730.159 793.94, 10982.369 10728.01 799.392, 10927.057 10725.59 804.568, 10880.619 10723.597 806.278, 10837.115 10721.724 807.775, 10785.024 10719.483 809.886, 10741.514 10717.615 812.08, 10699.846 10715.811 814.046, 10649.468 10713.735 816.549, 10607.559 10712.039 819.145, 10566.15 10710.794 822.005, 10515.435 10709.992 824.536, 10473.233 10709.484 826.244, 10430.887 10710.843 827.408, 10378.642 10714.966 828.123, 10336.137 10718.813 827.808, 10292.615 10725.468 826.808, 10239.354 10737.434 825.25, 10195.63 10748.081 823.172, 10151.602 10761.331 820.743, 10098.41 10780.938 817.965, 10055.287 10797.62 815.223, 10012.519 10817.459 812.39, 9962.217 10844.296 809.714, 9921.679 10866.729 807.612, 9882.469 10890.231 805.861, 9837.074 10919.806 804.515, 9801.032 10943.831 804.359, 9766.677 10967.956 805.215, 9728.816 10996.095 807.085, 9699.02 11018.638 810.388, 9644.066 11062.108 820.546, 9603.688 11095.598 832.991, 9558.197 11135.798 850.129, 9519.648 11171.411 868.22, 9500.107 11217.831 872.453, 9514.25 11267.087 869.093, 9538.95 11312.793 865.881, 9564.292 11348.035 863.131, 9601.926 11390.526 859.729, 9650.505 11435.448 853.708, 9696.751 11473.038 847.45, 9729.534 11496.319 843.979, 9782.954 11532.138 839.377, 9819.374 11553.947 837.096, 9878.428 11586.99 835.294, 9917.997 11605.974 834.338, 9946.726 11619.518 834.254, 9982.683 11634.315 833.92, 10027.169 11650.806 833.347, 10059.123 11662.45 833.17, 10098.276 11675.005 832.154, 10144.695 11688.357 830.907, 10177.604 11697.653 829.989, 10217.008 11706.807 828.681, 10263.704 11715.765 827.662, 10296.575 11721.886 827.398, 10336.286 11727.772 827.069, 10383.151 11733.455 827.09, 10415.754 11737.277 828.029, 10455.115 11740.949 828.979, 10500.576 11744.302 830.129, 10531.958 11746.52 831.938, 10569.938 11748.358 833.816, 10613.343 11749.771 835.828, 10643.047 11750.671 837.787, 10679.118 11751.225 839.667, 10720.508 11751.432 841.61, 10748.598 11751.528 843.747, 10783.28 11751.47 845.647, 10823.253 11751.286 847.369, 10883.96 11750.801 850.148, 10924.149 11750.315 851.184, 10987.774 11749.387 852.524, 11033.696 11748.487 852.32, 11064.377 11747.877 851.254, 11108.249 11746.729 848.976, 11164.538 11745.08 845.16, 11201.832 11743.979 840.247, 11254.912 11742.002 834.003, 11320.157 11739.168 826.832, 11363.085 11737.29 819.238, 11422.068 11734.426 811.059, 11491.629 11730.761 802.759, 11536.752 11728.374 795.498, 11596.431 11725.024 789.115, 11665.038 11721.046 784.18, 11709.304 11718.471 780.525, 11766.059 11714.988 778.457, 11828.838 11711.08 778.064, 11869.526 11708.542 779.318, 11921.634 11705.209 782.523, 11979.52 11701.307 786.565, 12017.441 11698.743 791.772, 12066.859 11695.266 797.294, 12122.337 11691.158 802.841, 12158.867 11688.445 808.461, 12206.992 11684.354 813.618, 12261.477 11678.902 818.028, 12297.854 11675.224 821.526, 12346.91 11668.95 824.017, 12404.212 11659.903 825.033, 12442.718 11653.736 825.166, 12495.603 11643.007 824.017, 12554.72 11629.08 821.725, 12594.71 11619.525 818.736, 12646.108 11605.301 815.555, 12701.21 11588.491 812.29, 12738.682 11576.921 809.357, 12784.694 11560.866 807.273, 12831.654 11542.756 806.458, 12863.659 11530.244 807.069, 12900.952 11513.709 809.227, 12936.471 11496.226 813.426, 12986.703 11469.196 825.729, 13041.958 11430.7 844.221, 13080.261 11384.194 861.914, 13097.076 11334.276 866.991, 13103.966 11292.012 866.753, 13108.7 11248.52 865.003, 13110.76 11218.219 863.672, 13112.984 11164.15 860.312, 13112.752 11129.982 858.12, 13109.986 11071.366 852.297, 13105.928 11036.978 850.188, 13095.987 10979.748 846.6, 13089.392 10951.783 846.678, 13069.784 10902.75 847.706, 13030.692 10844.585 851.596, 13001.087 10816.703 854.944, 12945.239 10782.684 858.237, 12891.311 10759.806 858.752, 12832.513 10739.302 857.824, 12793.33 10728.106 856.631, 12761.859 10719.447 853.508, 12717.739 10709.326 848.703, 12677.327 10700.555 843.168, 12637.325 10693.658 836.619, 12584.065 10686.757 829.404, 12535.945 10681.106 822.735, 12490.138 10677.433 815.531, 12430.884 10675.324 808.383, 12371.268 10675.121 802.839, 12323.793 10675.499 797.247, 12262.184 10678.481 792.09, 12207.042 10681.838 788.763, 12155.812 10686.7 785.528, 12091.354 10694.792 782.8, 12028.238 10703.826 781.526, 11977.634 10711.405 780.117, 11914.234 10722.152 778.993, 11853.265 10733.16 779.166, 11804.281 10742.224 779.253, 11746.632 10753.412 780.204, 11696.609 10763.299 782.382, 11654.822 10771.84 785.284, 11608.646 10781.495 790.212, 11569.102 10789.801 796.751, 11538.289 10796.286 804.76, 11505.749 10803.065 813.848, 11434.842 10817.304 839.075, 11401.772 10822.783 852.818, 11373.67 10825.196 862.973, 11346.296 10823.122 870.862</trace>
</ink>
</file>

<file path=ppt/ink/ink1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12952.723 11014.188 533.15, 12981.028 10972.674 871.377, 13000.569 10940.98 868.322, 13041.297 10872.141 862.43, 13059.006 10841.355 858.114, 13079.646 10805.095 853.385, 13101.637 10766.397 849.909, 13138.215 10702.054 841.8, 13162.468 10659.343 839.002, 13179.536 10629.27 835.526, 13202.402 10588.937 831.335, 13227.594 10544.49 827.814, 13245.401 10513.065 823.854, 13269.118 10470.983 820.435, 13294.962 10425.048 817.713, 13313.864 10391.435 814.691, 13339.165 10345.818 811.789, 13366.065 10296.41 809.798, 13386.092 10259.481 807.295, 13412.505 10209.642 805.17, 13439.705 10156.593 803.938, 13459.955 10116.783 802.102, 13485.093 10064.172 800.166, 13509.953 10010.056 798.456, 13528.511 9969.222 796.573, 13550.731 9917.131 795.234, 13571.82 9865.068 794.853, 13587.469 9825.835 794.849, 13605.346 9777.126 795.643, 13621.152 9728.579 797.85, 13632.726 9691.647 800.709, 13644.855 9645.214 804.337, 13655.244 9598.796 808.923, 13662.826 9562.992 813.705, 13670.688 9517.036 818.586, 13677.355 9470.165 822.951, 13682.224 9433.498 826.564, 13687.038 9385.171 829.208, 13690.902 9341.784 830.608, 13693.677 9301.012 830.773, 13696.234 9249.366 830.163, 13698.223 9203.49 828.593, 13699.349 9161.028 826.335, 13699.939 9108.159 823.726, 13700.016 9056.623 821.181, 13699.923 9015.49 818.803, 13699.209 8963.49 816.635, 13698.398 8917.349 815.237, 13697.284 8874.977 814.206, 13695.134 8823.684 813.785, 13693.017 8778.719 814.064, 13690.798 8739.512 814.976, 13687.679 8692.988 816.524, 13684.815 8652.486 818.721, 13681.86 8616.307 821.704, 13677.749 8572.981 825.093, 13673.319 8533.18 828.762, 13669.502 8501.097 832.613, 13663.929 8462.952 836.708, 13658.782 8429.752 840.404, 13653.508 8400.639 843.734, 13645.963 8366.201 846.745, 13639.02 8336.277 849.238, 13621.929 8278.359 853.105, 13612.743 8251.021 854.414, 13592.244 8196.324 856.169, 13571.959 8146.064 856.845, 13559.491 8116.909 857.054, 13538.335 8068.319 857.163, 13525.884 8040.407 857.182, 13504.824 7993.707 857.114, 13492.383 7966.558 857.097, 13471.346 7921.016 857.176, 13447.946 7870.845 857.354, 13424.991 7822.759 857.528, 13402.744 7777.331 857.6, 13388.586 7749.798 857.564, 13363.912 7702.73 857.35, 13348.668 7674.495 857.156, 13322.447 7626.584 856.601, 13306.525 7598.439 856.272, 13279.631 7551.489 855.665, 13250.039 7501.355 855.362, 13221.981 7454.31 855.404, 13195.897 7410.949 855.887, 13167.34 7363.205 856.572, 13139.998 7316.898 857.218, 13115.42 7273.875 857.603, 13088.731 7224.992 857.725, 13063.811 7176.58 857.669, 13041.449 7131.552 857.46, 13018.706 7083.511 857.303, 13000.351 7044.006 857.688, 12985.724 7012.138 858.794, 12972.47 6983.486 860.736, 12951.017 6939.456 867.542, 12947.105 6911.137 8.675</trace>
</ink>
</file>

<file path=ppt/ink/ink1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12973.087 7007.345 533.15, 12946.696 7067.28 871.049, 12926.103 7119.812 867.025, 12913.132 7154.164 862.569, 12902.046 7183.665 858.151, 12882.167 7236.54 846.535, 12871.345 7264.579 842.426, 12860.199 7292.729 842.209, 12836.289 7350.829 847.14, 12812.861 7398.818 864.53</trace>
</ink>
</file>

<file path=ppt/ink/ink1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13009.084 7035.049 533.15, 13049.416 7065.95 871.162, 13094.516 7100.77 866.676, 13129.832 7127.974 862.971, 13157.678 7149.714 860.177, 13198.065 7181.367 854.672, 13227.071 7204.376 851.248, 13274.036 7241.883 846.568, 13309.605 7272.351 842.975, 13369.76 7328.561 836.121, 13413.792 7375.487 831.773, 13442.259 7405.879 825.724, 13476.647 7442.073 805.923</trace>
</ink>
</file>

<file path=ppt/ink/ink2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12624.007 6977.455 533.15, 12677.991 6974.4 866.721, 12730.539 6970.732 859.376, 12780.428 6967.007 851.819, 12811.955 6964.457 848.61, 12857.206 6960.578 844.986, 12921.067 6954.19 847.491, 12987.515 6946.445 853.918, 13046.5 6938.086 859.772, 13077.314 6933.116 861.991, 13126.127 6920.444 866.818, 13154.601 6921.408 8.668</trace>
</ink>
</file>

<file path=ppt/ink/ink2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12780.366 11551.864 533.15, 12751.902 11555.958 872.766, 12709.645 11558.705 870.369, 12663.443 11560.317 867.276, 12631.927 11561.397 863.125, 12579 11561.938 854.785, 12520.216 11561.386 841.877, 12457.366 11559.861 825.968, 12393.087 11557.689 811.523, 12350.174 11556.217 805.041, 12297.589 11554.012 799.599, 12239.206 11551.522 795.39, 12199.062 11549.782 791.756, 12144.048 11547.87 790.747, 12083.517 11546.857 790.849, 12041.92 11546.229 793.218, 11987.731 11546.479 796.631, 11928.447 11547.467 801.001, 11887.401 11548.219 804.253, 11834.81 11549.874 804.266, 11779.292 11552.224 804.596, 11740.688 11553.931 804.815, 11691.763 11556.463 805.814, 11641.207 11559.263 807.405, 11606.156 11561.231 809.939, 11562.898 11563.674 813.156, 11517.88 11566.271 817.024, 11486.479 11568.095 821.433, 11447.014 11570.311 826.731, 11405.703 11572.622 832.085, 11376.441 11574.258 836.983, 11337.984 11576.225 841.416, 11295.956 11578.138 845.091, 11265.732 11579.488 847.963, 11224.579 11581.139 849.988, 11179.609 11582.843 850.593, 11146.92 11584.064 850.206, 11102.999 11585.504 848.97, 11055.825 11586.955 846.341, 11021.296 11588.003 843.214, 10975.67 11589.331 839.773, 10927.41 11590.806 836.192, 10891.789 11591.907 832.584, 10845.327 11593.525 829.264, 10796.948 11595.49 826.688, 10760.87 11596.998 824.555, 10714.121 11599.4 822.747, 10665.9 11602.159 821.906, 10629.601 11604.291 821.614, 10582.968 11607.745 821.572, 10541.424 11611.014 822.051, 10503.774 11614.557 823.019, 10457.43 11619.57 824.188, 10411.734 11624.98 825.594, 10377.269 11629.167 826.868, 10335.323 11634.601 828.354, 10294.308 11640.099 830.058, 10263.639 11644.257 832.28, 10227.134 11649.284 835.134, 10192.323 11654.13 838.375, 10134.113 11662.201 844.303, 10104.136 11666.227 847.041, 10054.37 11672.641 852.198, 9985.39 11678.975 858.448, 9946.21 11681.06 860.679, 9904.305 11681.93 862.209, 9863.711 11681.561 863.152, 9824.412 11680.722 863.319, 9754.779 11678.725 862.399, 9727.399 11678.188 861.812, 9654.323 11679.25 859.692, 9613.151 11682.565 858.718, 9574.562 11692.229 858.694, 9546.698 11704.879 859.806, 9510.403 11741.46 863.435, 9499.004 11788.876 864.965, 9501.905 11816.73 864.791, 9510.001 11845.134 864.114, 9522.992 11875.364 863.35, 9561.063 11934.892 861.096, 9601.471 11982.911 858.718, 9651.983 12032.716 852.483, 9679.047 12057.713 848.464, 9739.715 12108.731 838.338, 9770.463 12133.402 834.1, 9799.753 12155.445 829.646, 9836.641 12181.843 825.587, 9869.423 12204.905 823.234, 9900.005 12225.237 821.083, 9938.992 12248.704 819.531, 9973.244 12268.687 820.027, 10005.758 12286.236 820.65, 10047.413 12306.867 821.593, 10084.578 12324.751 823.314, 10119.584 12340.557 824.448, 10164.531 12359.027 825.216, 10204.815 12374.545 825.971, 10243.048 12388.504 825.799, 10293.314 12404.616 824.927, 10337.282 12418.165 823.852, 10380.889 12429.898 821.552, 10436.444 12442.508 818.744, 10484.468 12452.824 815.926, 10531.605 12461.358 812.413, 10590.607 12469.435 808.649, 10642.058 12475.784 805.419, 10690.588 12479.944 802.282, 10749.577 12482.854 799.463, 10800.473 12484.768 797.677, 10846.301 12485.201 796.324, 10901.041 12484.408 796.18, 10946.084 12483.422 797.587, 10989.233 12481.988 799.586, 11040.028 12479.871 802.318, 11082.803 12477.944 806.058, 11122.601 12475.895 810.16, 11170.196 12473.27 814.757, 11210.235 12470.999 819.547, 11248.414 12468.789 824.189, 11294.603 12466.069 828.564, 11333.136 12463.785 831.967, 11370.613 12461.543 834.848, 11416.458 12458.673 837.277, 11454.416 12456.27 838.784, 11493.317 12453.457 839.569, 11542.822 12449.183 839.334, 11584.059 12445.478 838.122, 11627.31 12441.047 836.105, 11683.251 12434.168 833.012, 11730.335 12428.138 829.27, 11779.479 12420.627 824.659, 11842.086 12409.552 819.154, 11893.633 12400.125 813.238, 11948.003 12389.136 806.817, 12015.789 12374.252 800.304, 12069.109 12362.327 794.53, 12125.659 12349.114 788.919, 12191.993 12333.179 783.858, 12244.146 12320.548 780.374, 12296.866 12307.703 777.727, 12358.617 12292.935 776.747, 12406.495 12281.52 778.087, 12456.531 12270.857 780.422, 12515.605 12260.112 783.64, 12561.777 12252.046 787.904, 12610.282 12245.693 792.358, 12669.248 12240.474 797.055, 12715.474 12236.831 801.512, 12765.733 12234.454 805.158, 12827.432 12232.972 807.763, 12875.541 12232.096 808.89, 12927.862 12231.553 808.898, 12991.548 12230.985 808.159, 13040.688 12230.598 806.654, 13097.178 12229.527 804.187, 13167.703 12226.389 801.021, 13222.226 12223.711 797.49, 13283.33 12217.847 793.356, 13357.605 12206.92 788.739, 13414.304 12198.017 784.338, 13475.515 12184.72 779.963, 13546.623 12165.601 775.638, 13600.031 12150.662 772.263, 13656.201 12132.089 769.679, 13718.309 12108.515 768.614, 13764.081 12090.626 769.469, 13809.525 12070.615 771.904, 13856.39 12047.574 776.372, 13890.269 12030.479 783.36, 13921.314 12012.941 792.289, 13951.484 11993.884 803.216, 13992.299 11965.555 823.978, 14032.49 11926.522 849.156, 14052.1 11879.082 865.613, 14051.176 11843.993 867.059, 14032.602 11788.511 865.489, 14007.343 11747.823 863.48, 13977.125 11709.823 860.982, 13949.002 11683.166 858.842, 13898.724 11641.169 851.345, 13858.759 11614.954 845.491, 13830.273 11596.619 839.792, 13791.638 11576.053 833.144, 13742.483 11553.883 826, 13707.928 11538.622 819.974, 13663.444 11521.843 813.626, 13609.141 11504.097 807.504, 13571.486 11492.034 803.474, 13523.683 11478.582 799.773, 13467.159 11464.291 796.82, 13428.535 11454.677 796.195, 13379.955 11443.361 795.844, 13323.236 11430.95 796.098, 13285.122 11422.688 797.899, 13237.315 11412.604 799.566, 13182.415 11401.227 801.825, 13145.533 11393.613 804.846, 13099.268 11384.073 807.437, 13046.806 11373.291 810.225, 13011.887 11366.122 813.323, 12968.193 11357.182 816.348, 12917.147 11347.171 819.348, 12883.373 11340.56 822.182, 12839.154 11332.56 824.4, 12787.244 11324.321 826.204, 12753.19 11318.944 827.524, 12706.687 11312.955 828.189, 12650.187 11307.053 828.07, 12613.368 11303.249 827.167, 12562.372 11299.518 825.647, 12501.643 11296.761 823.209, 12462.117 11295.023 820.062, 12409.964 11294.548 816.564, 12350.619 11295.706 813.517, 12312.308 11296.503 810.309, 12263.031 11299.354 807.946, 12209.057 11304.811 806.383, 12174.026 11308.435 805.869, 12130.494 11315.188 806.795, 12083.659 11324.864 808.772, 12053.017 11331.322 812.536, 12016.073 11341.338 817.839, 11979.588 11353.28 823.412, 11929.87 11372.03 835.079, 11902.648 11390.068 840.335, 11873.051 11410.258 849.589</trace>
</ink>
</file>

<file path=ppt/ink/ink2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13610.51 11461.458 533.15, 13654.882 11411.799 865.33, 13694.132 11359.467 851.968, 13714.316 11331.622 845.59, 13736.037 11300.894 837.539, 13763.174 11261.401 829.048, 13794.052 11214.441 820.796, 13825.582 11164.278 813.389, 13850.634 11123.833 808.006, 13875.455 11080.267 803.022, 13901.602 11031.707 798.413, 13922.44 10992.321 797.834, 13940.901 10954.882 798.593, 13961.212 10910.988 799.847, 13977.488 10875.158 803.555, 13992.445 10840.461 808.013, 14008.311 10800.222 813.353, 14020.771 10767.781 819.229, 14031.021 10737.572 825.378, 14040.403 10704.852 831.627, 14052.833 10655.1 842.226, 14059.657 10590.735 854.222, 14056.398 10553.118 859.552, 14048.572 10517.813 862.594, 14039.329 10487.552 864.115, 14026.998 10455.354 864.686, 14012.598 10423.256 864.636, 13998.229 10394.018 864.223, 13980.722 10360.754 863.658, 13961.374 10325.67 863.019, 13943.186 10293.764 862.356, 13910.982 10239.157 861.283, 13873.993 10180.819 860.138, 13830.564 10120.316 858.862, 13781.136 10061.041 857.648, 13727.413 10004.751 856.894, 13670.253 9952.502 856.668, 13610.003 9903.044 856.887, 13546.707 9856.56 857.149, 13481.317 9812.269 857.249, 13414.318 9769.171 857.212, 13344.747 9726.396 856.954, 13317.235 9709.706 856.834, 13274.055 9683.648 856.613, 13246.06 9666.866 856.474, 13202.164 9640.592 856.262, 13174.114 9623.695 856.167, 13130.286 9597.091 856.075, 13102.189 9579.846 856.054, 13058.577 9552.811 856.063, 13030.636 9535.233 856.049, 12987.517 9507.688 856.094, 12959.894 9489.427 856.117, 12917.312 9460.896 856.143, 12889.835 9442.15 856.17, 12847.851 9413.133 856.205, 12780.628 9365.124 856.254, 12715.391 9317.097 856.504, 12650.141 9268.542 856.837, 12581.655 9217.523 856.833, 12553.082 9196.364 856.682, 12509.046 9163.763 856.098, 12479.363 9141.992 855.691, 12433.857 9108.821 854.842, 12403.456 9086.855 854.42, 12357.316 9053.579 853.748, 12326.825 9031.545 853.452, 12280.854 8998.29 853.234, 12250.949 8976.6 853.231, 12205.872 8943.779 853.414, 12176.665 8922.434 853.608, 12132.435 8890.091 854.052, 12103.609 8868.908 854.306, 12059.943 8836.758 854.743, 12029.593 8814.489 854.931, 11981.341 8779.227 854.838, 11947.805 8754.839 854.654, 11895.979 8717.103 852.809, 11862.785 8692.737 851.347, 11811.549 8654.928 847.879, 11779.386 8630.617 846.432, 11730.32 8592.895 844.625, 11701.209 8568.979 844.927, 11656.96 8531.249 846.541, 11613.847 8491.688 849.201, 11573.14 8450.573 852.28, 11542.645 8417.824 855.376, 11499.183 8368.263 858.888, 11473.157 8337.771 860.641, 11444.929 8304.689 861.973, 11420.585 8276.957 862.901, 11393.002 8247.807 863.077, 11358.445 8214.826 862.689, 11326.809 8186.948 861.91, 11271.908 8144.12 860.343, 11212.609 8106.553 859.038, 11155.043 8076.322 858.739, 11119.966 8059.369 859.182, 11083.731 8042.991 860.122, 11055.033 8030.354 861.405, 11005.9 8007.778 864.494, 10976.954 7990.433 866.664, 10937.174 7948.096 869.461, 10929.346 7920.539 8.694</trace>
</ink>
</file>

<file path=ppt/ink/ink2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10725.177 7683.904 533.15, 10780.91 7680.865 870.367, 10808.075 7679.112 868.375, 10869.94 7677.116 864.313, 10905.769 7677.552 863.289, 10935.11 7678.781 863.166, 10983.563 7682.009 864.873, 11014.229 7684.005 866.767, 11042.799 7684.77 868.175, 11069.938 7684.145 868.957, 11120.948 7680.914 869.133, 11168.893 7671.807 874.187, 11197.534 7674.077 8.742</trace>
</ink>
</file>

<file path=ppt/ink/ink2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10935.71 8000.306 533.15, 10931.271 8057.423 870.639, 10927.406 8092.656 868.552, 10923.604 8126.808 866.342, 10919.456 8157.284 863.503, 10914.051 8192.078 855.562, 10909.183 8222.17 848.775, 10898.598 8279.123 837.247, 10883.76 8346.917 836.27, 10875.922 8377.604 841.885, 10867.653 8405.039 855.869</trace>
</ink>
</file>

<file path=ppt/ink/ink2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10981.526 7990.833 533.15, 11040.258 7988.035 870.43, 11093.902 7985.542 866.681, 11123.102 7984.223 864.527, 11153.889 7983.043 861.698, 11193.743 7981.891 854.441, 11226.915 7981 848.158, 11266.698 7980.566 840.64, 11314.531 7981.581 832.816, 11353.296 7982.71 826.738, 11396.141 7987.9 820.488, 11447.212 8004.989 814.324, 11488.394 8020.959 810.384, 11534.803 8035.298 795.628</trace>
</ink>
</file>

<file path=ppt/ink/ink2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9939.389 6221.069 533.15</trace>
</ink>
</file>

<file path=ppt/ink/ink3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11931.595 12619.501 533.15, 11872.729 12582.421 871.796, 11774.077 12514.789 865.935, 11733.901 12486.464 862.625, 11668.936 12439.884 852.018, 11595.584 12385.497 842.726, 11506.475 12318.435 844.666, 11427.857 12259.458 851.107, 11350.855 12204.057 859.167, 11269.958 12154.161 861.332, 11178.027 12108.538 860.468, 11112.339 12081.691 859.269, 11066.985 12066.452 858.446, 11018.833 12052.275 857.516, 10981.171 12041.63 856.178, 10928.144 12030.26 853.713, 10871.254 12021.007 850.8, 10826.158 12014.353 847.04, 10764.909 12009.517 842.607, 10701.269 12007.4 838.411, 10651.42 12006.405 833.704, 10586.304 12008.676 828.899, 10527.854 12011.681 825.07, 10473.496 12016.556 821.15, 10404.833 12025.122 817.367, 10343.876 12033.436 815.207, 10288.206 12042.81 813.37, 10220.678 12056.616 812.071, 10161.493 12069.449 812.226, 10109.048 12082.524 812.533, 10046.303 12101.232 813.666, 9991.574 12118.459 815.875, 9944.516 12136.891 818.123, 9889.491 12162.809 820.716, 9841.844 12186.569 823.915, 9801.09 12210.396 826.899, 9755.339 12242.315 830.227, 9715.02 12274.335 833.74, 9646.508 12338.485 839.865, 9591.021 12402.034 845.125, 9544.416 12469.462 849.261, 9515.682 12524.502 852.762, 9496.991 12571.391 856.043, 9486.06 12618.132 859.138, 9482.534 12657.995 861.872, 9490.081 12729.312 865.624, 9513.009 12795.218 866.6, 9531.458 12832.957 866.309, 9575.84 12902.53 864.998, 9609.018 12940.753 864.165, 9648.097 12977.845 863.134, 9690.925 13012.822 862.021, 9773.202 13068.037 859.917, 9838.994 13102.898 858.489, 9906.991 13132.649 857.05, 9973.296 13157.561 856.021, 10017.643 13171.277 855.475, 10057.308 13183.105 855.115, 10096.421 13193.775 854.622, 10147.105 13206.384 853.672, 10191.25 13217.055 852.704, 10234.12 13226.189 851.121, 10287.414 13236.555 849.169, 10333.564 13245.262 847.447, 10377.587 13252.579 845.389, 10432.33 13260.521 843.51, 10478.814 13266.978 842.385, 10531.619 13272.802 840.648, 10602.041 13279.231 837.823, 10663.548 13284.525 835.301, 10724.648 13288.355 831.782, 10800.45 13290.814 827.676, 10864.747 13292.354 823.322, 10926.396 13291.352 818.609, 10998.446 13287.097 814.662, 11057.802 13282.853 811.568, 11112.127 13276.136 809.202, 11174.118 13264.402 808.32, 11225.078 13253.7 810.135, 11272.744 13241.167 813.273, 11328.282 13222.623 817.284, 11373.281 13206.645 822.721, 11416.883 13188.358 828.194, 11467.651 13163.06 833.361, 11509.179 13141.363 838.027, 11549.019 13118.071 842.007, 11595.967 13087.938 845.212, 11634.102 13062.8 847.339, 11709.67 13005.55 849.495, 11769.15 12955.534 850.982, 11841.376 12882.982 853.636, 11873.848 12841.902 856.568, 11912.623 12759.994 864.972, 11908.379 12718.166 867.554, 11873.53 12665.042 867.269, 11832.794 12621.617 865.111, 11770.927 12565.741 861.23, 11694.91 12503.09 852.283, 11621.909 12446.507 842.022, 11574.196 12411.369 836.576, 11497.676 12355.665 829.79, 11453.996 12324.222 827.668, 11389.831 12278.21 829.45, 11314.041 12223.668 840.976, 11276.229 12190.161 804.933</trace>
</ink>
</file>

<file path=ppt/ink/ink3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11840.921 12962.879 533.15, 11882.988 12962.879 873.058, 11961.72 12962.879 869.663, 12008.082 12962.879 867.318, 12059.128 12962.879 863.476, 12133.052 12962.701 854.749, 12207.626 12962.461 845.261, 12267.937 12962.249 834.318, 12347.51 12961.396 821.271, 12421.479 12959.632 808.877, 12480.285 12957.904 795.252, 12556.677 12953.557 787.327, 12628.92 12947.508 783.232, 12687.188 12941.963 780.247, 12766.602 12930.651 778.054, 12838.579 12919.455 780.383, 12904.666 12907.246 782.851, 12987.495 12889.461 785.27, 13060.804 12872.981 788.643, 13126.562 12856.105 791.331, 13206.509 12832.428 794.527, 13276.63 12810.716 795.588, 13340.578 12787.602 795.459, 13420.232 12754.863 794.94, 13497.161 12719.603 795.042, 13559.769 12689.68 794.201, 13638.982 12645.214 792.821, 13709.318 12603.9 791.864, 13775.768 12560.097 789.727, 13860.172 12499.637 786.481, 13935.263 12444.476 781.661, 14005.442 12390.164 773.525, 14093.343 12318.975 762.654, 14171.229 12254.935 751.375, 14241.526 12194.775 738.32, 14325.107 12119.576 726.171, 14397.947 12052.939 717.717, 14460.851 11993.495 710.943, 14533.083 11923.012 707.757, 14595.297 11861.603 711.793, 14649.482 11807.117 718.713, 14712.831 11741.677 727.655, 14767.638 11684.485 739.023, 14815.756 11632.414 750.971, 14873.033 11566.931 763.313, 14922.887 11508.909 775.257, 14966.74 11453.702 785.592, 15019.692 11382.207 794.336, 15066.019 11318.252 800.155, 15106.638 11257.368 802.648, 15154.3 11179.117 803.588, 15196.218 11106.064 802.66, 15231.789 11041.787 800.612, 15272.072 10960.439 798.002, 15306.572 10888.106 795.2, 15335.875 10822.494 792.544, 15368.709 10743.357 790.392, 15396.687 10674.039 789.256, 15419.174 10615.517 789.446, 15443.299 10548.182 791.046, 15463.513 10490.154 794.449, 15480.252 10439.396 799.587, 15497.988 10379.581 805.858, 15512.772 10327.706 813.157, 15524.853 10281.09 820.87, 15537.611 10225.062 828.03, 15548.223 10176.153 834.377, 15555.743 10132.513 839.983, 15562.71 10080.507 844.841, 15568.187 10035.188 848.59, 15572.038 9995.806 851.451, 15575.026 9950.503 853.626, 15577.141 9911.475 854.967, 15578.027 9838.022 856.387, 15574.396 9738.88 858.293, 15570.284 9681.837 859.7, 15565.049 9623.342 861.05, 15559.636 9566.956 862.24, 15554.364 9515.711 862.89, 15547.832 9458.283 863.069, 15539.057 9398.264 862.821, 15528.972 9338.435 862.052, 15521.056 9299.324 861.457, 15505.876 9232.494 859.95, 15494.289 9190.719 859.098, 15473.45 9121.787 857.394, 15459.148 9081.188 856.59, 15434.494 9015.156 855.493, 15419.087 8976.709 855.168, 15393.337 8914.412 855.259, 15364.468 8847.25 855.895, 15335.3 8780.758 856.793, 15309.077 8721.561 857.687, 15266.874 8626.901 858.478, 15226.92 8535.396 858.832, 15190.049 8449.161 859.219, 15154.319 8366.3 859.957, 15118.168 8284.991 860.731, 15081.444 8205.087 861.166, 15043.539 8123.593 861.163, 15003.495 8035.333 860.567, 14986.898 7997.076 860.162, 14959.637 7933.012 859.093, 14942.126 7890.1 858.379, 14913.727 7819.601 856.809, 14895.494 7773.784 855.969, 14865.903 7699.676 854.252, 14847.093 7653.467 853.351, 14817.86 7582.007 852.747, 14800.537 7541.141 852.697, 14773.456 7479.526 853.429, 14733.334 7396.881 856.182, 14709.913 7352.82 859.093, 14658.026 7274.181 865.886, 14606.875 7216.705 869.824, 14540.854 7165.646 870.183, 14478.928 7129.588 869.079, 14403.197 7087.114 867.708, 14327.437 7043.995 865.945, 14287.591 7021.235 864.573, 14208.765 6976.087 861.855, 14120.101 6925.294 858.912, 14029.041 6872.947 856.771, 13945.088 6825.091 856.437, 13869.101 6781.683 857.802, 13824.71 6756.303 859.411, 13779.999 6730.854 861.237, 13710.916 6691.289 864.445, 13672.484 6669.81 865.492, 13605.916 6633.739 866.287, 13563.37 6611.125 866.05, 13488.688 6571.425 864.841, 13449.009 6550.368 864.292, 13382.958 6515.266 865.322, 13356.97 6460.431 872.223</trace>
</ink>
</file>

<file path=ppt/ink/ink3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13664.425 4597.419 533.15</trace>
</ink>
</file>

<file path=ppt/ink/ink3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12538.335 6353.679 533.15, 12575.989 6335.947 870.893, 12600.074 6325.986 869.134, 12630.644 6316.499 868.864, 12682.14 6302.326 867.146, 12719.2 6292.214 865.096, 12750.323 6283.733 862.584, 12802.799 6270.438 859.639, 12855.379 6259.871 858.998, 12889.356 6254.887 859.569, 12925.295 6250.937 860.454, 12952.928 6248.58 861.431, 12979.121 6247.062 862.551, 13005.367 6246.251 863.741, 13038.364 6245.582 865.592, 13069.496 6244.665 867.129, 13100.16 6242.985 867.825, 13130.857 6239.481 867.783, 13160.556 6234.209 867.34, 13213.438 6217.079 866.147, 13244.72 6203.747 865.076, 13270.797 6194.172 856.125</trace>
</ink>
</file>

<file path=ppt/ink/ink3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13233.137 6391.907 533.15, 13235.699 6436.231 871.978, 13238.062 6480.203 868.583, 13239.914 6514.967 864.334, 13241.458 6546.118 860.559, 13242.203 6578.012 858.052, 13241.778 6604.575 857.99, 13239.843 6630.288 860.123, 13236.35 6656.994 862.584, 13231.246 6687.278 865.613, 13217.97 6731.006 873.345, 13207.487 6757.752 866.251</trace>
</ink>
</file>

<file path=ppt/ink/ink3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13196.94 6381.863 533.15, 13239.355 6367.285 851.133, 13280.777 6353.559 869.837, 13320.227 6340.594 866.425, 13384.851 6320.556 854.891, 13451.625 6300.551 842.437, 13506.948 6284.185 815.128, 13581.771 6263.664 778.056, 13646.687 6246.53 740.734, 13697.254 6233.442 702.348, 13750.54 6220.757 671.312, 13800.614 6209.709 649.23, 13841.61 6201.027 632.384, 13884.821 6192.678 649.215, 13922.656 6185.948 668.45, 13952.812 6180.828 690.461, 13992.776 6174.558 716.464, 14033.635 6167.248 744.971, 14068.759 6160.628 771.985, 14116.511 6151.977 859.076, 14141.329 6155.715 8.59</trace>
</ink>
</file>

<file path=ppt/ink/ink3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10292.103 5592.117 533.15</trace>
</ink>
</file>

<file path=ppt/ink/ink3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13206.836 10838.541 533.15</trace>
</ink>
</file>

<file path=ppt/ink/ink3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13641.444 11534.887 533.15</trace>
</ink>
</file>

<file path=ppt/ink/ink4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10060.238 5382.79 533.15</trace>
</ink>
</file>

<file path=ppt/ink/ink4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12152.948 12120.708 533.15</trace>
</ink>
</file>

<file path=ppt/ink/ink4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10161.818 6278.946 533.15</trace>
</ink>
</file>

<file path=ppt/ink/ink4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10549.723 7566.2 533.15</trace>
</ink>
</file>

<file path=ppt/ink/ink4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11073.211 12632.76 533.15</trace>
</ink>
</file>

<file path=ppt/ink/ink4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10378.089 9942.545 533.15</trace>
</ink>
</file>

<file path=ppt/ink/ink4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9997.718 13866.099 533.15, 9956.858 13849.013 869.808, 9910.955 13834.324 866.366, 9884.12 13829.42 864.635, 9843.724 13829.914 862.938, 9818.958 13833.359 862.029, 9779.368 13841.272 860.499, 9723.686 13864.661 858.617, 9671.534 13900.868 857.569, 9628.657 13941.081 857.258, 9608.796 13966.066 857.836, 9590.313 14009.111 863.237, 9604.598 14051.739 868.858, 9635.95 14091.879 867.661, 9685.349 14107.616 867.207, 9727.607 14090.896 865.755, 9777.842 14062.453 861.014, 9816.548 14034.647 854.055, 9847.474 14011.876 844.991, 9881.232 13983.819 833.565, 9920.098 13948.23 821.153, 9949.751 13920.521 808.723, 9977.581 13891.59 796.309, 10004.03 13861.113 788.542, 10038.039 13818.827 786.23, 10062.109 13777.575 810.366, 10027.188 13777.992 869.123, 10009.604 13820.709 869.265, 10000.802 13872.298 866.74, 9997.085 13899.538 864.905, 9992.873 13932.099 863.031, 9988.211 13970.024 861.373, 9984.43 14002.688 860.415, 9978.85 14057.973 859.765, 9975.945 14092.437 859.866, 9974.293 14127.153 860.4, 9973.78 14154.026 861.35, 9974.919 14181.005 862.62, 9979.19 14208.364 863.967, 9990.616 14251.859 865.996, 9999.437 14278.373 866.342, 10008.559 14308.203 865.939, 10014.483 14343.737 864.866, 10022.422 14389.329 860.214, 10018.914 14414.275 8.602</trace>
</ink>
</file>

<file path=ppt/ink/ink4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11461.013 13779.599 533.15, 11512.517 13752.113 868.48, 11567.512 13738.822 864.1, 11598.657 13733.041 862.203, 11627.837 13728.075 861.292, 11654.174 13723.685 861.162, 11706.228 13713.691 864.456, 11750.106 13702.003 872.198, 11775.568 13702.904 8.722</trace>
</ink>
</file>

<file path=ppt/ink/ink5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11507.868 13529.498 533.15, 11500.492 13557.343 872.767, 11487.451 13605.954 869.62, 11472.064 13662.569 862.911, 11462.89 13695.997 857.665, 11455.244 13723.808 850.981, 11447.306 13755.169 843.478, 11440.21 13785.731 837.852, 11433.771 13816.146 834.507, 11428.698 13841.09 835.452, 11421.22 13884.749 838.995, 11416.551 13917.702 845.654, 11436.945 13957.775 868.469, 11475.688 13953.239 867.278, 11509.668 13945.619 864.51, 11556.867 13932.362 860.813, 11600.935 13919.264 856.035, 11664.049 13900.126 852.411, 11698.718 13890.16 852.847, 11731.916 13882.642 854.86, 11758.337 13880.616 858.092, 11801.134 13889.392 864.959, 11842.54 13921.03 867.073, 11860.733 13947.075 866.388, 11876.231 13975.551 865.762, 11888.548 14004.195 865.693, 11895.525 14032.459 866.142, 11896.385 14060.581 866.801, 11889.919 14089.771 867.142, 11866.6 14135.296 866.122, 11824.829 14177.521 863.44, 11793.544 14194.934 862.054, 11758.553 14207.156 860.727, 11722.741 14216.064 859.669, 11679.018 14223.604 858.643, 11625.271 14230.728 857.181, 11597.214 14234.12 856.395, 11569.059 14237.349 854.616, 11532.143 14241.386 851.648, 11499.092 14244.944 848.448, 11467.496 14248.351 844.286, 11427.09 14252.622 839.769, 11391.659 14256.345 835.701, 11357.735 14259.854 831.336, 11315.404 14264.191 827.014, 11278.74 14267.935 824.007, 11244.434 14271.245 821.127, 11204.844 14274.646 819.308, 11172.45 14277.331 819.471, 11144.327 14278.907 821.158, 11115.638 14278.883 824.722, 11059.744 14267.218 839.819, 11034.092 14246.992 745.207</trace>
</ink>
</file>

<file path=ppt/ink/ink5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9918.547 8515.149 533.15</trace>
</ink>
</file>

<file path=ppt/ink/ink5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7645.9 3767.732 533.15</trace>
</ink>
</file>

<file path=ppt/ink/ink5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12755.586 3726.389 533.15</trace>
</ink>
</file>

<file path=ppt/ink/ink5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8724.539 3915.521 533.15</trace>
</ink>
</file>

<file path=ppt/ink/ink6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11344.952 2365.868 533.15</trace>
</ink>
</file>

<file path=ppt/ink/ink6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10130.351 2097.779 533.15, 10154.607 2154.515 836.657</trace>
</ink>
</file>

<file path=ppt/ink/ink7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10244.108 2944.625 533.15</trace>
</ink>
</file>

<file path=ppt/ink/ink7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12224.78 4930.538 533.15</trace>
</ink>
</file>

<file path=ppt/ink/ink7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10803.928 1004.131 533.15, 10790.113 1088.574 870.921, 10782.701 1127.898 869.211, 10770.726 1187.103 866.651, 10759.363 1242.406 863.703, 10747.286 1295.812 854.065, 10732.913 1353.805 841.28, 10721.219 1399.491 830.197, 10711.381 1436.837 819.998, 10700.862 1474.75 812.345, 10683.98 1533.007 808.309, 10662.819 1603.777 824.867, 10653.321 1637.863 841.939, 10673.567 1696.477 871.501, 10707.905 1716.141 869.893, 10754.883 1737.297 866.814, 10804.721 1756.34 862.943, 10867.222 1771.543 859.139, 10935.782 1773.727 855.672, 10971.206 1771.452 854.735, 11006.334 1765.525 853.44, 11051.799 1752.217 851.203, 11090.66 1739.557 849.23, 11128.585 1723.271 846.36, 11171.244 1696.866 843.03, 11207.084 1672.407 839.972, 11269.441 1607.055 832.975, 11296.628 1573.192 830.76, 11332.745 1542.017 720.094</trace>
</ink>
</file>

<file path=ppt/ink/ink7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11156.299 1050.423 533.15, 11127.844 1147.742 870.145, 11116.09 1187.923 868.185, 11098.827 1246.624 864.014, 11074.09 1330.701 854.366, 11053.667 1400.103 842.39, 11033.604 1467.772 822.611, 11011.336 1542.211 796.382, 10993.923 1600.292 774.439, 10978.782 1650.233 753.022, 10963.741 1699.442 740.751, 10952.497 1736.129 741.705, 10934.308 1805.001 760.521, 10921.839 1857.467 788.405, 10913.441 1934.597 837.092, 10914.483 1984.706 860.817, 10919.618 2049.416 866.804, 10923.312 2091.229 865.445, 10915.198 2125.438 8.654</trace>
</ink>
</file>

<file path=ppt/ink/ink7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11445.006 817.619 533.15, 11433.36 898.84 870.843, 11425.508 954.759 868.407, 11419.737 995.998 865.765, 11412.677 1048.047 859.162, 11404.588 1111.376 849.133, 11398.838 1156.681 838.965, 11392.73 1208.297 828.435, 11389.1 1250.313 819.606, 11385.594 1331.335 814.39, 11386.05 1365.959 825.519, 11391.062 1424.729 861.298, 11439.44 1472.476 871.05, 11473.329 1479.094 869.599, 11516.424 1482.438 867.636, 11583.168 1484.345 865.271, 11651.041 1486.976 864.323, 11691.525 1491.132 864.107, 11762.601 1504.236 864.755, 11820.922 1529.81 873.599, 11855.553 1516.784 872.24, 11915.715 1468.191 867.491, 11966.898 1418.085 866.84, 12011.133 1361.572 869.509, 12037.735 1327.107 868.869, 12092.178 1257.903 862.343, 12134.422 1204.465 844.743, 12169.946 1170.757 653.799</trace>
</ink>
</file>

<file path=ppt/ink/ink7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11921.56 594.256 533.15, 11898.701 666.036 870.934, 11882.366 716.651 868.823, 11858.688 792.345 866.669, 11839.182 855.035 859.31, 11805.669 965.778 842.316, 11773.465 1072.761 814.139, 11745.933 1168.208 769.69, 11716.744 1273.776 717.671, 11692.225 1363.841 672.842, 11671.013 1446.066 630.836, 11648.013 1541.715 595.861, 11628.115 1628.65 591.314, 11613.468 1693.921 593.559, 11599.711 1761.519 608.871, 11589.328 1816.912 632.767, 11582.054 1857.267 663.965, 11575.665 1899.573 700.121, 11570.789 1934.698 737.861, 11563.798 1990.386 831.127</trace>
</ink>
</file>

<file path=ppt/ink/ink7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12597.61 1136.712 533.15, 12541.79 1183.757 867.595, 12477.349 1237.445 852.753, 12413.482 1290.63 837.203, 12352.438 1340.876 805.73, 12272.837 1405.901 766.245, 12201.135 1464.352 730.49, 12148.405 1506.569 694.858, 12097.19 1547.018 667.087, 12057.101 1578.457 647.628, 11990.398 1630.071 648.065, 11940.437 1668.318 696.749, 11884.019 1711.142 782.415, 11838.083 1747.991 868.433, 11892.705 1784.802 868.962, 11935.786 1811.04 866.728, 11982.96 1838.918 863.583, 12043.243 1871.217 859.786, 12107.452 1897.347 854.44, 12166.776 1914.214 851.922, 12201.259 1918.355 851.561, 12257.295 1920.565 852.118, 12295.878 1923.319 848.541</trace>
</ink>
</file>

<file path=ppt/ink/ink7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12699.375 1212.661 533.15, 12672.965 1267.252 841.583, 12640.081 1332.654 855.147, 12618.563 1375.151 847.678, 12592.772 1425.905 835.577, 12554.695 1500.349 814.604, 12522.418 1563.341 795.954, 12489.4 1627.632 773.719, 12458.077 1688.555 765.783, 12434.447 1734.526 763.17, 12413.379 1775.551 763.809, 12396.2 1809.206 768.101, 12362.844 1874.731 799.338, 12332.719 1931.99 850.152, 12311.507 1970.363 861.932, 12280.32 2025.654 865.685, 12250.492 2075.11 864.839, 12225.592 2115.982 860.372, 12199.72 2157.129 853.49, 12168.779 2201.033 845.876, 12143.829 2235.432 837.64, 12088.858 2287.775 829.414, 12059.297 2189.861 841.651, 12060.046 2151.906 839.055, 12071.478 2085.87 831.589, 12078.97 2042.916 815.919, 12083.464 2004.992 780.636, 12092.812 1967.691 746.618</trace>
</ink>
</file>

<file path=ppt/ink/ink7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12708.345 1093.564 533.15, 12723.885 1162.088 870.931, 12738.782 1226.89 867.401, 12753.341 1289.647 862.888, 12764.297 1336.714 858.229, 12772.153 1370.394 853.105, 12781.443 1409.87 847.423, 12793.338 1460.265 841.963, 12801.618 1495.396 838.335, 12811.013 1535.575 835.105, 12821.681 1581.873 832.576, 12837.837 1653.004 833.481, 12847.58 1696.726 834.881, 12861.868 1760.901 840.831, 12869.735 1796.553 844.295, 12880.469 1846.285 850.95, 12888.871 1887.989 857.184, 12895.857 1954.872 867.457, 12891.456 1999.593 870.431, 12884.738 2040.831 869.939, 12876.972 2077.75 868.804, 12863.05 2140.15 864.763, 12851.901 2186.01 861.305, 12835.488 2251.042 851.814, 12813.699 2325.732 847.64, 12797.357 2361.799 827.694</trace>
</ink>
</file>

<file path=ppt/ink/ink8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12265.418 1886.343 533.15, 12316.031 1894.329 872.794, 12394.891 1903.75 868.408, 12473.871 1909.309 864.403, 12532.764 1913.229 855.586, 12617.486 1914.024 821.348, 12672.556 1914.541 770.884, 12710.099 1916.315 712.403, 12767.968 1915.109 571.698</trace>
</ink>
</file>

<file path=ppt/ink/ink8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13256.627 1418.047 533.15, 13283.035 1490.455 871.281, 13313.018 1572.303 865.801, 13330.498 1619.243 860.981, 13343.094 1653.052 856.582, 13359.91 1697.719 850.57, 13379.746 1750.031 843.275, 13393.48 1786.212 837.095, 13418.076 1842.599 833.394, 13437.619 1883.402 837.357, 13458.002 1922.067 844.279, 13503.09 1990.588 866.716, 13534.08 2031.073 869.098, 13555.751 2066.264 845.626</trace>
</ink>
</file>

<file path=ppt/ink/ink8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13536.822 1272.439 533.15, 13512.646 1306.399 872.572, 13486.518 1343.03 871.055, 13426.828 1426.438 865.749, 13363.199 1515.26 861.447, 13317.404 1579.193 848.613, 13241.512 1684.684 810.814, 13154.171 1805.553 756.714, 13076.723 1912.34 703.753, 13016.041 1995.86 656.772, 12973.266 2054.397 617.786, 12933.673 2106.917 600.48, 12898.119 2152.722 594.612, 12859.001 2202.785 628.681, 12824.795 2234.831 340.693</trace>
</ink>
</file>

<file path=ppt/ink/ink8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13726.901 1000.088 533.15, 13718.19 1060.997 868.649, 13711.201 1110.447 865.987, 13705.246 1152.499 857.363, 13695.174 1223.521 843.293, 13685.523 1291.53 830.044, 13675.354 1363.477 806.047, 13664.449 1442.131 779.75, 13654.43 1514.759 757.38, 13646.741 1570.573 735.091, 13637.772 1634.88 717.527, 13630.203 1692.323 713.214, 13624.58 1736.087 716.335, 13618.561 1787.2 726.36, 13613.536 1833.12 742.654, 13609.756 1868.842 758.805, 13606.714 1910.503 777.946, 13604.687 1949.905 797.278, 13602.826 2020.647 830.873, 13602.697 2055.154 844.209, 13604.189 2122.923 857.49, 13606.56 2187.337 861.538, 13619.666 2134.47 863.505, 13627.821 2094.904 853.916</trace>
</ink>
</file>

<file path=ppt/ink/ink8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13611.688 859.42 533.15, 13645.406 843.793 806.601, 13705.506 815.72 829.44, 13775.434 783.148 856.028, 13809.973 767.112 851.65, 13878.538 737.117 842.132, 13953.595 712.568 837.53, 13992.388 719.381 846.706, 14029.044 742.74 857.538, 14093.552 793.077 864.024, 14150.926 854.089 861.84, 14173.307 893.979 861.115, 14184.354 950.22 860.677, 14185.059 1023.092 859.407, 14175.441 1084.26 855.887, 14165.635 1138.722 850.148, 14146.466 1200.381 840.962, 14111.697 1285.031 828.32, 14080.108 1357.797 809.156, 14041.911 1431.776 782.317, 13991.155 1519.615 752.531, 13948.303 1591.565 724.99, 13908.358 1653.491 699.147, 13865.745 1714.542 681.93, 13831.824 1761.729 680.389, 13804.547 1797.136 687.603, 13761.817 1847.693 720.569, 13778.188 1805.712 857.887, 13828.575 1759.054 859.545, 13898.33 1761.061 867.509, 13935.324 1780.613 868.025, 13988.588 1837.765 865.593, 14031.349 1902.955 866.547, 14063.726 1962.733 868.075, 14075.178 2020.996 869.266, 14057.301 2096.382 868.201, 14022.347 2158.319 865.429, 13993.3 2193.926 863.788, 13931.516 2248.301 861.705, 13886.662 2271.206 861.232, 13847.735 2285.05 861.03, 13804.251 2292.658 860.928, 13758.162 2292.777 860.937, 13723.683 2289.651 861.279, 13649.236 2274.662 863.307</trace>
</ink>
</file>

<file path=ppt/ink/ink8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15002.346 882.338 533.15, 14965.319 923.947 871.971, 14910.019 984.55 868.393, 14869.33 1028.657 863.532, 14831.031 1070.082 856.485, 14793.174 1109.763 845.771, 14748.526 1155.008 832.348, 14709.54 1194.082 820.794, 14643.128 1255.98 801.675, 14588.188 1302.867 797.307, 14531.428 1346.136 809.594, 14475.454 1386.667 825.468, 14420.299 1425.629 842.085, 14357.32 1470.045 854.134, 14298.157 1513.468 859.408, 14245.521 1553.845 858.133, 14195.018 1597.087 856.908, 14158.884 1631.563 856.882, 14113.688 1682.235 863.696, 14177.565 1698.452 868.553, 14211.455 1697.844 866.963, 14254.156 1696.741 864.985, 14297.293 1695.586 862.924, 14338.708 1694.467 861.554, 14385.016 1693.561 860.865, 14429.195 1694.74 860.786, 14468.702 1697.922 861.323, 14509.852 1705.543 862.121, 14546.965 1716.325 862.934, 14613.283 1743.731 864.344, 14677.615 1780.504 865.747, 14711.215 1807.436 817.428</trace>
</ink>
</file>

<file path=ppt/ink/ink8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13947.473 2023.417 533.15, 14021.472 2066.08 870.97, 14079.256 2099.469 867.748, 14121.406 2123.875 865.464, 14157.996 2145.076 860.965, 14228.332 2186.203 847.454, 14265.383 2208.539 841.677, 14300.408 2230.215 838.247, 14375.15 2277.892 842.658, 14419.034 2306.488 847.774, 14473.905 2338.591 854.251, 14509.291 2365.027 810.401</trace>
</ink>
</file>

<file path=ppt/ink/ink8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14995.617 816.271 533.15, 14982.826 852.523 872.738, 14970.567 886.655 871.774, 14944.209 959.828 867.731, 14925.588 1011.44 864.945, 14911.293 1051.076 858.519, 14894.842 1096.609 847.529, 14879.494 1139.097 838.076, 14855.562 1205.01 822.713, 14843.587 1239.468 820.153, 14824.301 1300.633 824.161, 14815.315 1335.14 828.056, 14803.595 1394.736 836.966, 14796.431 1485.485 853.594, 14800.704 1575.841 860.042, 14816.084 1656.286 859.621, 14828.472 1695.458 859.8, 14866.029 1746.886 864.345, 14929.041 1756.625 868.027, 14967.64 1754.537 867.534, 15007.972 1750.243 866.75, 15047.101 1742.451 866.482, 15080.681 1729.924 866.859, 15145.939 1681.736 867.293, 15198.555 1625.082 866.259, 15255.858 1572.66 865.06, 15291.397 1548.394 857.808</trace>
</ink>
</file>

<file path=ppt/ink/ink8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15258.328 920.986 533.15, 15251.33 973.763 872.949, 15243.653 1031.658 871.365, 15235.429 1090.024 868.801, 15222.45 1176.753 862.134, 15210.708 1254.244 850.852, 15197.157 1334.198 830.409, 15177.215 1427.783 796.902, 15159.589 1506.049 766.507, 15139.275 1575.202 732.651, 15114.94 1646.619 703.885, 15094.709 1703.042 683.249, 15075.453 1752.922 670.485, 15054.072 1804.838 673.733, 15036.662 1845.945 688.908, 15020.096 1883.654 708.916, 15001.936 1923.71 731.16, 14973.271 1985.581 780.337, 14957.04 2021.29 803.94, 14932.196 2078.818 840.976, 14919.978 2112.303 854.184, 14902.894 2164.607 862.605, 14889.317 2238.11 863.091, 14890.399 2281.708 863.156, 14894.054 2315.969 864.073, 14886.577 2350.265 8.64</trace>
</ink>
</file>

<file path=ppt/ink/ink8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14553.587 5030.051 533.15</trace>
</ink>
</file>

<file path=ppt/ink/ink9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15937.417 594.134 533.15, 15914.133 672.903 871.964, 15898.027 726.649 870.189, 15875.867 798.735 864.481, 15843.016 898.208 849.991, 15812.437 989.173 826.413, 15779.516 1076.682 792.638, 15739.67 1172.467 749.443, 15704.552 1254.148 708.527, 15671.274 1324.313 669.113, 15624.692 1411.941 633.328, 15581.146 1489.38 613.027, 15544.571 1552.513 605.098, 15498.848 1625.416 614.596, 15458.322 1688.278 632.467, 15421.372 1744.011 653.535, 15379.076 1806.162 677.991, 15342.608 1859.192 705.539, 15310.28 1905.758 732.437, 15274.299 1957.477 759.201, 15243.692 2001.37 783.504, 15219.605 2036.792 803.669, 15195.473 2073.83 819.914, 15148.685 2153.343 843.579, 15133.019 2190.36 854.721, 15128.072 2262.473 868.132, 15186.338 2294.176 869.334, 15257.355 2315.398 866.708, 15297.171 2326.865 864.494, 15335.004 2337.401 862.461, 15374.57 2347.377 861.577, 15448.297 2355.614 863.79, 15510.647 2333.005 868.333, 15562.272 2294.778 869.035, 15597.785 2240.469 871.99, 15613.273 2205.125 870.209, 15627.269 2171.54 868.627, 15642.232 2134.882 867.343, 15657.353 2098.051 866.685, 15671.925 2062.266 866.683, 15696.462 2000.179 869.063, 15723.978 1942.5 871.405, 15740.858 1908.75 870.329, 15772.888 1840.64 867.688, 15800.798 1772.107 866.456, 15820.874 1709.002 865.738, 15829.504 1669.816 865.124, 15830.435 1600.993 864.857, 15753.556 1575.031 866.679, 15713.232 1576.132 865.148, 15633.045 1582.996 861.168, 15553.975 1592.86 857.682, 15510.339 1599.533 857.241, 15472.902 1606.381 858.425, 15438.672 1614.325 862.981, 15403.856 1611.024 8.629</trace>
</ink>
</file>

<file path=ppt/ink/ink9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10250.609 1905.096 533.15</trace>
</ink>
</file>

<file path=ppt/ink/ink9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12256.562 2784.701 533.15, 12239.02 2833.286 872.726, 12219.952 2878.845 871.598, 12179.865 2970.197 861.517, 12151.045 3033.367 853.209, 12131.157 3076.904 843.073, 12105.561 3132.139 832.288, 12078.991 3190.153 822.806, 12060.918 3229.629 812.672, 12039.934 3276.041 804.419, 12017.345 3328.701 800.087, 11984.748 3411.731 801.644, 11968.355 3462.439 808.721, 11945.718 3539.227 823.142, 11934.959 3587.35 830.55, 11925.874 3638.062 837.199, 11918.94 3680.223 843.511, 11914.912 3717.515 848.996, 11912.76 3759.116 853.038, 11917.34 3852.656 858.031, 11928.842 3895.015 859.512, 11987.516 3941.249 862.799, 12038.368 3955.38 863.011, 12084.872 3960.643 861.991, 12124.635 3964.277 860.637, 12179.038 3964.139 855.847, 12255.771 3957.847 847.551, 12319.409 3951.637 837.803, 12391.717 3937.802 825.749, 12484.157 3911.625 807.609, 12558.849 3888.98 788.562, 12636.68 3857.346 765.476, 12726.58 3810.678 741.547, 12797.125 3772.102 723.309, 12860.158 3726.081 707.421, 12921.283 3667.206 697.864, 12966.795 3620.068 700.064, 13003.543 3573.014 706.565, 13048.685 3518.117 720.172, 13075.005 3480.782 647.739</trace>
</ink>
</file>

<file path=ppt/ink/ink9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12495.361 3086.475 533.15, 12494.059 3128.95 843.676, 12490.161 3236.625 833.577, 12487.708 3302.967 798.272, 12483.712 3405.118 742.096, 12477.007 3549.413 684.915, 12471.769 3659.905 635.078, 12465.649 3779.365 588.837, 12458.763 3892.873 559.536, 12453.698 3973.717 540.375, 12448.438 4043.88 538.396, 12443.145 4105.771 557.38, 12439.37 4148.316 588.324, 12435.578 4186.683 623.451, 12431.604 4223.522 669.247, 12425.833 4274.812 790.343</trace>
</ink>
</file>

<file path=ppt/ink/ink9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14126.909 2900.767 533.15, 14045.808 2989.806 870.248, 13990.157 3050.95 866.973, 13914.107 3134.446 854.176, 13811.445 3246.712 821.993, 13718.101 3348.679 780.622, 13629.444 3443.782 726.497, 13527.319 3551.409 668.119, 13438.686 3644.272 611.635, 13371.661 3712.956 562.507, 13302.939 3780.045 526.407, 13246.043 3834.484 501.525, 13205.475 3872.241 497.575, 13163.381 3909.748 527.214, 13102.291 3962.576 617.24, 13059.846 3997.807 790.779, 13106.621 4031.994 582.475, 13152.644 4064.553 695.703, 13219.521 4110.781 785.496, 13297.401 4160.27 852.473, 13333.93 4182.707 846.973, 13373.619 4204.501 840.747, 13424.084 4229.2 834.536, 13466.101 4249.15 829.969, 13508.066 4266.44 826.11, 13558.461 4284.088 824.866, 13599.396 4297.747 824.956, 13637.315 4308.821 825.715, 13679.923 4318.654 828.09, 13747.251 4330.474 836.203, 13787.555 4334.281 840.523, 13855.698 4339.962 858.224</trace>
</ink>
</file>

<file path=ppt/ink/ink9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14196.855 2803.079 533.15, 14189.044 2852.915 835.685, 14177.741 2924.239 833.294, 14158.364 3045.658 816.055, 14141.952 3148.408 798.692, 14123.344 3264.146 778.06, 14097.558 3424.82 724.042, 14077.366 3550.362 674.005, 14056.72 3678.288 622.909, 14037.479 3797.988 578.724, 14023.527 3884.897 542.105, 14011.212 3961.833 512.565, 13999.871 4034.128 497.968, 13992.165 4084.841 502.822, 13985.997 4129.021 527.929, 13980.719 4172.191 577.865, 13974.402 4231.108 675.143, 14012.378 4199.039 426.297</trace>
</ink>
</file>

<file path=ppt/ink/ink9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14021.259 2846.117 533.15, 14101.316 2821.889 867.625, 14158.128 2808.44 864.247, 14258.734 2787.272 858.442, 14301.38 2779.624 856.291, 14347.021 2772.09 854.121, 14385.587 2765.933 853.403, 14455.808 2755.957 852.617, 14543.391 2745.617 854.425, 14587.133 2743.149 857.154, 14624.13 2746.575 860.766, 14660.766 2764.928 865.163, 14690.385 2836.199 867.194, 14688.493 2880.586 866.082, 14668.624 2962.038 864.96, 14638.172 3033.004 864.56, 14617.024 3072.77 864.078, 14596.269 3109.692 863.501, 14571.55 3151.216 862.886, 14545.043 3192.849 862.352, 14519.268 3231.193 862.041, 14487.078 3275.429 861.741, 14448.371 3324.212 861.224, 14409.067 3371.381 860.376, 14359.792 3427.436 858.983, 14307.037 3485.26 857.251, 14259.721 3534.932 855.779, 14208.816 3584.447 854.97, 14160.113 3627.788 855.122, 14119.374 3661.346 856.486, 14079.779 3690.668 858.6, 14018.153 3727.64 865.665, 14050.793 3671.299 871.39, 14090.354 3643.761 870.22, 14157.297 3612.452 867.323, 14232.502 3588.299 863.506, 14304.546 3573.415 857.298, 14360.226 3562.448 848.578, 14431.984 3552.209 836.984, 14520.668 3544.567 822.609, 14586.48 3539.476 805.138, 14661.312 3539.305 784.963, 14744.541 3545.088 767.207, 14805.05 3550.074 757.435, 14867.391 3559.936 751.89, 14933.354 3576.212 750.094, 14979.553 3588.344 754.945, 15028.181 3605.761 762.127, 15077.963 3628.62 771.815, 15145.563 3665.209 799.031, 15213.245 3722.865 836.9, 15241.672 3796.787 859.13, 15232.64 3846.908 862.563, 15196.332 3904.617 863.093, 15133.497 3954.98 862.48, 15096.77 3974.193 862.382, 15052.45 3991.397 862.22, 15015.268 4003.796 862.306, 14973.993 4015.595 862.457, 14926.699 4027.679 862.66, 14887.687 4037.208 862.871, 14844.285 4047.354 863.109, 14793.159 4058.794 863.163, 14750.121 4068.187 862.999, 14702.651 4078.542 862.727, 14646.858 4091.434 862.366, 14598.675 4103.489 861.864, 14515.251 4127.182 860.999, 14428.076 4155.506 860, 14338.482 4187.227 859.019, 14248.645 4221.302 858.351, 14163.947 4256.485 858.201, 14116.505 4277.273 858.658, 14070.99 4297.307 859.776, 14003.438 4326.521 863.443, 13926.144 4355.793 867.39, 13890.147 4365.434 868.416, 13850.648 4358.407 864.665</trace>
</ink>
</file>

<file path=ppt/ink/ink9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16147.763 2685.554 533.15, 16090.502 2726.876 871.949, 16026.609 2773.114 868.412, 15971.8 2813.329 862.89, 15919.996 2851.396 854.079, 15867.588 2889.949 842.666, 15807.165 2934.568 830.042, 15748.651 2977.738 816.254, 15695.773 3016.571 806.157, 15651.08 3049.265 800.678, 15614.412 3076.009 799.617, 15575.658 3104.273 803.681, 15512.809 3149.842 815.789, 15471.629 3179.765 823.084, 15428.707 3212.263 831.002, 15387.785 3243.912 838.439, 15320.377 3299.292 844.252, 15253.346 3356.687 842.727, 15189.513 3412.67 835.325, 15107.396 3487.929 818.396, 15037.935 3553.026 798.353, 14977.527 3610.668 770.173, 14916.97 3670.884 743.689, 14872.203 3716.353 724.292, 14837.225 3752.733 716.035, 14791.059 3803.661 732.601, 14848.016 3801.038 856.657, 14889.72 3782.398 854.543, 14927.897 3765.604 853.099, 14974.115 3749.235 848.735, 15043.833 3729.692 841.601, 15106.134 3713.192 833.897, 15176.8 3699.103 823.348, 15274.368 3685.684 805.99, 15359.523 3675.226 786.421, 15446.147 3669.424 761.576, 15552.741 3669.006 735.76, 15643.987 3670.315 715.486, 15724.147 3677.168 695.721, 15812.592 3690.617 681.369, 15884.139 3703.034 679.263, 15945.774 3717.383 684.204, 16011.271 3736.877 694.053, 16063.236 3753.556 710.532, 16107.17 3770.082 729.624, 16152.589 3790.073 751.88, 16219.085 3823.169 794.832, 16295.597 3869.449 842.046, 16356.61 3913.032 864.593, 16391.178 3951.016 762.602</trace>
</ink>
</file>

<file path=ppt/ink/ink10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14942.684 4354.522 533.15, 15005.525 4384.216 871.397, 15042.231 4401.618 869.846, 15108.861 4433.094 866.319, 15159.894 4457.064 860.174, 15197.75 4474.84 854.337, 15238.893 4493.979 847.68, 15282.765 4513.554 841.076, 15325.712 4531.369 835.985, 15372.087 4548.771 832.999, 15442.601 4573.051 836.429, 15484.997 4585.039 838.316, 15549.524 4601.692 844.392, 15590.27 4610.37 847.8, 15657.076 4621.757 854.223, 15707.447 4625.716 856.477, 15791.214 4630.035 856.495, 15853.002 4631.121 853.86, 15896.172 4631.771 851.119, 15953.124 4632.528 846.747, 16023.479 4633.663 841.057, 16072.201 4634.423 835.051, 16137.397 4636.904 828.575, 16179.512 4638.495 820.185, 16250.521 4641.303 792.258</trace>
</ink>
</file>

<file path=ppt/ink/ink10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16495.105 4179.932 533.15, 16542.604 4150.122 871.792, 16612.992 4102.904 867.817, 16684.006 4048.881 860.41, 16732.215 4012.079 851.914, 16796.072 3953.813 838.959, 16867.533 3873.562 817.517, 16915.215 3819.61 792.554, 16967.682 3744.672 760.921, 17016.719 3657.782 728.452, 17048.715 3600.43 704.404, 17080.717 3526.819 688.793, 17107.865 3449.122 685.826, 17125.123 3398.49 692.866, 17140.807 3337.506 701.799, 17153.643 3270.74 712.637, 17161.586 3227.878 729.209, 17168.783 3172.42 748.727, 17174.344 3111.078 770.552, 17177.783 3071.129 793.102, 17180.012 3020.983 812.052, 17180.32 2969.333 826.958, 17177.869 2896.472 842.884, 17172.275 2857.355 847.86, 17159.865 2801.694 855.332, 17141.361 2754.414 858.873, 17106.697 2704.743 860.613, 17072.916 2668.494 861.706, 17005.971 2620.949 861.852, 16926.186 2592.062 860.655, 16835.387 2587.023 859.031, 16741.09 2605.845 857.472, 16651.713 2646.827 856.203, 16574.455 2704.118 855.573, 16520.352 2768.296 856.141, 16497.328 2810.697 857.343, 16483.529 2857.558 858.89, 16477.865 2898.425 860.346, 16477.08 2941.175 861.646, 16480.676 2986.394 862.424, 16487.549 3030.975 862.731, 16495.916 3075.226 862.795, 16506.033 3124.822 862.759, 16515.139 3168.437 862.66, 16524.006 3210.726 862.701, 16534.773 3261.809 862.757, 16544.826 3306.669 862.755, 16555.586 3349.258 862.752, 16571.707 3397.295 862.726, 16596.016 3453.603 862.238, 16625.148 3510.16 861.139, 16668.898 3577.531 859.288, 16718.896 3644.748 856.224, 16748.664 3681.5 854.165, 16804.498 3746.615 848.862, 16859.75 3806.771 845.582, 16920.832 3869.068 844.593, 16976.021 3923.079 846.038, 17048.875 3993.374 850.867, 17088.17 4031.666 854.924, 17125.127 4069.469 858.813, 17176.232 4134.5 864.025, 17206.914 4208.134 866.439, 17213.27 4247.239 866.336, 17214.279 4298.413 865.42, 17207.83 4365.888 863.521, 17201.982 4404.016 862.244, 17186.014 4479.771 858.922, 17174.818 4517.477 856.652, 17147.746 4586.832 851.926, 17096.768 4668.484 850.677, 17060.652 4705.677 852.286, 17018.975 4734.487 854.859, 16980.318 4754.833 858.139, 16911.344 4775.962 863.018, 16867.932 4774.268 865.179, 16829.707 4759.496 866.543, 16761.572 4705.071 866.783, 16704.496 4649.539 866.278, 16635.518 4597.27 865.274, 16582.275 4569.417 863.786, 16524.857 4543.242 861.502, 16487.105 4527.275 860.106, 16425.186 4501.583 857.418, 16346.567 4467.39 855.411, 16305.961 4407.124 861.956, 16311.564 4365.022 863.776, 16323.867 4313.188 863.584, 16341.197 4259.934 862.077, 16357.589 4210.995 858.751, 16379.639 4152.597 851.315, 16415.68 4070.247 839.94, 16447.635 3999.369 826.572, 16485.174 3926.231 804.696, 16540.195 3834.848 777.733, 16587.666 3758.815 751.289, 16621.117 3700.227 656.85, 16650.955 3655.834 567.421</trace>
</ink>
</file>

<file path=ppt/ink/ink10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13079.576 4783.973 533.15, 13030.801 4854.488 871.279, 12998.661 4901.589 869.041, 12951.502 4972.12 862.84, 12886.446 5070.809 848.07, 12833.399 5151.486 827.672, 12772.027 5247.963 789.187, 12710.057 5347.905 742.566, 12663.546 5424.12 701.25, 12620.736 5496.35 660.577, 12572.854 5580.167 627.846, 12523.97 5667.196 614.803, 12476.058 5754.298 612.739, 12442.721 5815.188 634.204, 12407.975 5880.127 658.923, 12370.646 5952.313 684.499, 12344.458 6003.273 714.416, 12315.472 6061.632 745.709, 12283.534 6129.098 773.883, 12261.128 6176.737 796.881, 12236.671 6231.421 816.77, 12210.921 6292.6 829.773, 12192.893 6335.85 838.196, 12175.361 6384.707 839.038, 12158.669 6440.647 840.003, 12147.333 6479.673 840.854, 12136.744 6526.27 842.22, 12129.856 6579.719 843.597, 12125.536 6617.033 844.848, 12123.799 6661.421 847.316, 12126.061 6712.08 849.401, 12133.07 6786.924 852.393, 12141.395 6827.977 853.542, 12155.729 6884.242 855.121, 12172.512 6929.122 857.098, 12219.165 6978.922 864.242, 12257.602 6981.105 866.583, 12339.952 6964.636 865.149, 12402.396 6945.778 862.535, 12455.533 6927.104 859.699, 12552.379 6881.228 856.334, 12601.166 6848.106 853.881, 12680.281 6787.096 847.418, 12738.307 6732.314 840.82, 12776.123 6696.44 833.272, 12827.248 6640.35 824.095, 12885.193 6568.731 815.826, 12922.703 6522.193 805.054, 12968.986 6457.462 790.941, 13015.312 6385.422 779.956, 13045.499 6338.127 770.324, 13078.118 6279.256 766.459, 13107.379 6219.002 765.363, 13126.347 6179.391 768.236, 13143.634 6136.491 775.337, 13157.153 6097.13 784.571, 13172.114 6046.574 808.022, 13173.312 5980.061 861.621, 13101.214 5966.152 868.46, 13056.889 5970.277 867.546, 12976.733 5984.301 865.416, 12934.329 5993.656 863.989, 12886.096 6005.304 862.671, 12828.285 6020.533 861.394, 12777.737 6034.516 860.28, 12694.937 6058.832 859.387, 12645.001 6074.222 859.261, 12592.115 6091.619 859.447, 12547.122 6107.187 860.097, 12508.274 6121.542 861.204, 12456.72 6141.144 862.553, 12419.659 6155.376 864.053, 12382.016 6157.039 8.64</trace>
</ink>
</file>

<file path=ppt/ink/ink10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14287.067 5030.615 533.15, 14244.399 5069.577 872.139, 14203.053 5105.985 871.035, 14164 5140.171 868.93, 14087.439 5205.973 860.005, 14000.754 5279.812 842.541, 13924.848 5344.266 808.029, 13821.599 5430.428 762.65, 13735.519 5501.687 716.247, 13669.097 5556.428 671.557, 13598.261 5613.24 632.366, 13537.929 5660.773 602.176, 13490.933 5697.421 580.545, 13442.576 5733.797 600.954, 13403.542 5762.577 623.747, 13342.203 5806.505 686.205, 13294.263 5839.648 757.859, 13234.687 5879.49 843.846, 13179.342 5915.247 872.679, 13221.289 5918.345 870.413, 13262.792 5934.885 869.271, 13301.714 5953.773 867.402, 13359.675 5984.885 864.37, 13426.496 6022.974 860.019, 13495.234 6063.28 853.373, 13537.313 6088.38 849.126, 13574.854 6110.879 845.973, 13651.581 6157.507 839.72, 13688.247 6180.034 838.649, 13757.878 6223.471 838.506, 13817.021 6260.556 842.22, 13891.079 6306.921 850.599, 13956.54 6347.124 864.812</trace>
</ink>
</file>

<file path=ppt/ink/ink10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14809.532 4750.118 533.15, 14786.877 4827.402 870.26, 14771.91 4878.41 867.479, 14739.38 4988.782 854.403, 14690.166 5155.235 813.966, 14647.457 5299.606 770.308, 14604.915 5442.03 715.715, 14546.8 5631.889 651.215, 14497.986 5790.542 591.362, 14456.414 5916.24 531.932, 14409.969 6042.419 479.076, 14373.29 6139.161 436.356, 14335.79 6228.094 406.084, 14293.068 6320.551 406.077, 14259.236 6391.696 453.077, 14228.255 6451.037 504.844, 14197.533 6506.112 561.235, 14174.356 6546.358 618.705, 14131.305 6612.745 721.439, 14097.795 6660.93 805.391, 14067.706 6701.758 859.109, 14073.238 6638.96 868.31, 14088.424 6602.051 856.468</trace>
</ink>
</file>

<file path=ppt/ink/ink10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14554.814 5105.575 533.15, 14589.558 5174.892 872.435, 14631.311 5258.551 868.934, 14661.646 5319.368 863.729, 14696.308 5389.178 852.047, 14733.388 5464.239 835.617, 14759.693 5517.529 812.551, 14785.884 5571.343 791.74, 14814.03 5630.343 777.585, 14833.751 5671.819 771.039, 14855.928 5719.329 765.862, 14879.803 5773.47 764.854, 14896.181 5810.989 766.117, 14915.077 5856.465 771.782, 14939.312 5918.558 783.865, 14955.42 5960.085 796.314, 14976.435 6017.194 809.643, 15000.412 6085.109 820.174, 15016.723 6131.684 824.891, 15035.161 6186.614 826.453, 15054.547 6247.436 827.954, 15067.498 6288.364 828.278, 15081.921 6336.374 828.85, 15097.173 6388.74 829.582, 15118.093 6462.277 833.046, 15127.562 6500.248 835.886, 15138.945 6551.234 844.549, 15145.714 6592.711 854.137, 15151.808 6664.151 870.941, 15141.909 6700.911 8.709</trace>
</ink>
</file>

<file path=ppt/ink/ink10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14252.817 6281.242 533.15, 14291.991 6275.728 873.436, 14351.554 6266.811 871.189, 14403.573 6258.542 869.313, 14440.836 6252.589 866.59, 14494.663 6243.576 859.904, 14549.04 6233.529 853.335, 14587.245 6226.382 844.953, 14632.731 6216.938 836.419, 14672.982 6207.898 830.172, 14710.363 6198.798 828.786, 14789.636 6178.062 837.459, 14872.547 6154.744 851.507, 14912.617 6145.986 862.975</trace>
</ink>
</file>

<file path=ppt/ink/ink10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16441.553 4815.402 533.15, 16393.865 4837.435 872.349, 16348.786 4858.41 871.191, 16307.834 4877.503 869.106, 16236.369 4914.275 863.562, 16147.784 4963.786 855.523, 16071.922 5007.078 840.988, 15951.414 5084.801 796.82, 15842.252 5161.834 754.001, 15757.629 5223.654 706.83, 15674.147 5291.503 658.6, 15601.132 5354.511 618.693, 15545.251 5404.1 583.532, 15486.838 5458.563 561.993, 15440.253 5502.77 571.942, 15372.741 5567.791 619.632, 15324.583 5614.846 698.046, 15270.375 5666.527 803.379, 15326.993 5694.119 868.64, 15365.24 5700.26 867.066, 15421.738 5713.327 864.712, 15491.642 5733.375 861.437, 15529.011 5744.793 859.704, 15565.38 5756.928 856.78, 15612.235 5774.42 852.938, 15654.181 5790.568 849.482, 15692.492 5806.367 845.476, 15738.854 5826.735 841.684, 15779.549 5844.977 839.308, 15850.239 5878.421 837.065, 15934.002 5921.405 843.097, 15976.217 5944.674 849.687, 16016.578 5968.992 856.852, 16055.779 5994.161 862.456, 16093.459 6019.217 865.136, 16139.445 6050.855 865.635, 16189.246 6085.074 864.613, 16238.042 6118.312 862.633, 16295.444 6156.862 860.43, 16353.147 6193.518 858.544, 16403.414 6224.018 857.484, 16448.502 6249.597 857.626, 16484.453 6271.809 854.221</trace>
</ink>
</file>

<file path=ppt/ink/ink10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15152.526 6344.601 533.15, 15193.093 6373.082 872.512, 15248.382 6411.839 870.092, 15308.284 6453.849 866.432, 15354.968 6486.588 860.257, 15399.984 6517.704 852.801, 15446.019 6548.568 845.906, 15518.2 6595.473 834.934, 15556.062 6618.507 831.855, 15614.343 6652.266 830.422, 15702.76 6697.975 841.062, 15793.179 6738.312 853.465, 15885.607 6772.087 859.757, 15921.827 6782.838 860.438, 15979.802 6798.717 859.881, 16016.692 6807.492 859.371, 16075.549 6820.87 858.725, 16112.89 6828.92 858.491, 16172.152 6842.014 858.27, 16214.601 6852.812 858.116, 16288.114 6872.651 857.504, 16360.51 6893.018 855.777</trace>
</ink>
</file>

<file path=ppt/ink/ink10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16767.191 4863.767 533.15, 16767.525 4923.022 871.469, 16765.279 4992.997 869.933, 16763.723 5040.588 867.417, 16758.436 5141.87 858.429, 16748.373 5283.347 848.234, 16741.438 5379.788 825.038, 16727.859 5512.479 773.611, 16711.039 5645.05 725.516, 16699.541 5734.483 676.796, 16682.135 5833.642 630.588, 16661.965 5932.423 593.094, 16648.164 5998.808 561.586, 16628.408 6081.391 543.731, 16605.264 6170.963 564.454, 16589.373 6231.476 587.423, 16568.27 6308.839 614.923, 16543.412 6397.542 655.513, 16526.301 6458.282 692.685, 16503.891 6538.21 727.088, 16480.828 6620.967 754.846, 16465.002 6677.763 778.174, 16447.537 6743.638 799.413, 16431.434 6806.319 813.438, 16420.525 6848.993 815.936, 16410.023 6893.328 819.922, 16402.459 6931.426 825.66, 16394.373 6981.438 834.636, 16402.701 7043.577 867.228, 16446.242 7031.033 867.691, 16484.047 7032.623 8.677</trace>
</ink>
</file>

<file path=ppt/ink/ink11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16966.912 5724.6 533.15, 16971.385 5766.081 872.596, 16975.469 5810.071 871.117, 16979.488 5854.107 869.563, 16982.275 5901.776 867.182, 16984.945 5969.477 861.977, 16986.912 6039.503 854.614, 16988.299 6097.09 843.791, 16989.201 6155.795 831.95, 16989.652 6205.13 821.436, 16989.891 6242.472 812.259, 16989.682 6285.097 805.993, 16989.34 6321.651 803.604, 16990.188 6392.641 810.9, 16992.021 6428.992 817.691, 16999.406 6499.624 832.933, 17006.068 6539.996 840.554, 17022.193 6616.783 852.763, 17033.764 6657.147 856.299, 17059.455 6728.688 858.83, 17106.826 6813.614 856.39, 17139.957 6849.716 856.357, 17179.426 6872.553 857.693, 17219.076 6882.751 859.688, 17256.516 6885.316 861.305, 17297.582 6880.521 862.264, 17334.707 6871.279 862.647, 17397.607 6842.861 863.512, 17456.369 6791.226 865.492, 17489.33 6752.394 866.218, 17531.002 6695.101 865.58, 17579.357 6623.514 863.271, 17629.637 6546.942 856.792, 17677.479 6473.836 846.5, 17727.703 6395.219 827.791, 17793.34 6290.132 796.695, 17852.186 6195.327 758.245, 17903.227 6110.438 715.732, 17958.588 6012.801 676.574, 18005.191 5928.966 644.952, 18040.389 5860.352 620.562, 18073.281 5787.318 607.783, 18099.381 5726.064 619.908, 18116.312 5678.159 638.221, 18128.43 5630.623 662.646, 18136.543 5592.046 693.987, 18138.076 5536.881 758.926, 18130.178 5500.125 813.268, 18086.904 5456.137 860.452, 18021.652 5428.117 862.261, 17960.227 5407.059 860.755, 17913.418 5392.422 859.382, 17871.709 5379.585 856.882, 17828.787 5366.594 852.347, 17773.385 5350.107 846.641, 17725.539 5335.945 840.907, 17680.434 5322.885 834.838, 17628.836 5308.27 829.627, 17586.268 5296.292 826.773, 17549.502 5286.125 825.15, 17510.742 5275.629 825.7, 17427.967 5253.861 837.003, 17389.93 5245.182 847.806, 17320.223 5242.171 868.266, 17281.412 5252.814 870.674, 17221.289 5283.146 868.984, 17184.664 5306.016 867.07, 17145.016 5333.495 865.018, 17079.703 5389.919 862.237, 17044.832 5464.741 863.611, 17047.258 5510.073 865.199, 17059.271 5556.392 865.726, 17076.824 5599.921 865.578, 17095.73 5636.336 865.733, 17109.236 5696.733 869.066, 17088.926 5796.303 867.624, 17078.791 5843.826 866.482, 17060.5 5928.203 858.86</trace>
</ink>
</file>

<file path=ppt/ink/ink11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16781.664 11312.31 533.15</trace>
</ink>
</file>

<file path=ppt/ink/ink11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6958.121 7997.184 533.15, 7076.362 8021.198 871.375, 7208.022 8039.835 870.519, 7342.12 8061.898 870.54, 7481.027 8104.205 868.66, 7565.164 8133.56 867.326, 7699.604 8180.281 865.72, 7834.194 8226.353 864.812, 7961.824 8264.643 864.89, 8093.798 8292.61 865.767, 8185.561 8305.419 866.398, 8268.891 8311.671 866.928, 8345.157 8313.416 867.522, 8417.551 8312.084 868.201, 8552.678 8304.442 869.014, 8629.917 8298.696 869.286, 8706.762 8293.26 869.672, 8865.007 8280.131 868.612, 8936.442 8274.112 867.512, 9019.706 8266.614 866.135, 9094.646 8259.902 864.797, 9180.293 8252.353 863.676, 9266.788 8245.469 862.968, 9337.057 8240.567 862.938, 9407.567 8236.861 863.463, 9554.319 8234.294 866.405, 9626.884 8235.467 868.143, 9768.91 8239.095 869.416, 9859.857 8240.983 868.734, 9994.621 8243.381 866.598, 10074.018 8244.424 865.486, 10201.384 8245.027 864.688, 10355.812 8242.578 866.273, 10441.156 8239.511 867.317, 10528.189 8234.303 867.706, 10628.752 8225.571 867.39, 10704.832 8217.461 866.583, 10804.304 8205.851 865.343, 10933.879 8188.695 863.438, 11049.388 8172.482 860.977, 11133.215 8160.123 859.823, 11264.43 8140.446 857.325, 11354.808 8126.428 856.31, 11495.69 8104.095 854.044, 11586.498 8088.917 853.397, 11720.868 8065.865 852.446, 11797.04 8052.052 852.52, 11906.028 8031.947 853.397, 12001.16 8013.354 855.556, 12082.753 7996.049 858.817, 12157.704 7979.638 864.43, 12283.038 7949.536 873.7, 12357.386 7955.001 8.737</trace>
</ink>
</file>

<file path=ppt/ink/ink11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6758.966 9550.95 533.15, 6900.91 9564.931 870.409, 7044.145 9586.83 866.622, 7187.475 9615.264 863.637, 7264.279 9631.985 863.104, 7411.792 9666.011 863.73, 7487.592 9684.127 864.163, 7626.769 9717.342 864.818, 7778.44 9751.245 866.106, 7861.806 9768.634 867.185, 7943.541 9784.825 867.882, 8024.704 9799.812 868.007, 8106.663 9813.255 867.847, 8192.766 9825.228 867.588, 8284.696 9835.818 867.21, 8380.178 9845.513 866.702, 8477.548 9855.015 866.242, 8575.792 9864.456 866.004, 8707.686 9877.249 865.876, 8786.337 9885.072 865.694, 8856.659 9891.913 865.388, 8937.221 9899.513 864.962, 9024.543 9906.735 864.466, 9099.949 9912.693 864.059, 9183.875 9919.1 863.766, 9279.73 9923.794 863.506, 9363.998 9926.899 863.283, 9458.168 9929.125 863, 9557.768 9930.53 862.715, 9639.067 9931.068 862.578, 9725.605 9931.27 862.677, 9813.699 9930.451 863.089, 9885.192 9929.511 863.718, 9960.744 9928.314 864.383, 10041.403 9926.956 865.007, 10185.041 9924.562 865.583, 10271.568 9923.178 865.486, 10347.248 9922.033 865.158, 10435.688 9920.206 864.569, 10538.754 9917.71 863.785, 10625.43 9915.199 862.98, 10720.51 9911.813 862.304, 10820.362 9908.44 861.936, 10897.997 9906.467 862.115, 10977.65 9904.905 862.656, 11066.316 9904.255 863.508, 11210.348 9903.936 864.952, 11287.503 9903.913 865.378, 11385.159 9903.913 865.91, 11478.48 9903.029 866.531, 11569.688 9900.524 867.086, 11659.504 9895.531 867.298, 11747.03 9887.507 867.263, 11827.615 9877.193 867.244, 11899.74 9864.841 867.579, 12029.81 9835.994 870.166, 12148.178 9780.161 872.478, 12280.649 9697.919 869.093, 12351.057 9660.151 867.607, 12439.442 9613.426 864.112, 12516.104 9580.781 835.485</trace>
</ink>
</file>

<file path=ppt/ink/ink11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10251.462 1978.954 533.15</trace>
</ink>
</file>

<file path=ppt/ink/ink12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10767.454 3732.044 533.15</trace>
</ink>
</file>

<file path=ppt/ink/ink12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13431.854 9414.356 533.15</trace>
</ink>
</file>

<file path=ppt/ink/ink12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12573.904 7384.702 533.15, 12561.798 7412.991 872.719, 12546.43 7452.627 867.881, 12533.735 7485.606 862.26, 12519.362 7525.801 852.206, 12501.305 7579.168 838.937, 12487.284 7620.999 826.409, 12473.575 7665.989 808.885, 12460.32 7713.135 788.681, 12450.716 7747.882 772.617, 12440.677 7787.899 757.329, 12429.639 7835.113 751.489, 12421.545 7870.38 754.156, 12412.916 7910.648 758.598, 12404.18 7953.926 765.383, 12397.93 7985.4 776.925, 12391.605 8018.833 788.299, 12384.688 8056.991 801.442, 12379.566 8085.544 814.576, 12374.76 8115.11 825.982, 12370.423 8146.048 836.861, 12365.232 8189.636 848.673, 12362.852 8223.309 856.532, 12363.309 8249.558 863.435, 12387.729 8246.729 868.681, 12412.563 8251.951 8.686</trace>
</ink>
</file>

<file path=ppt/ink/ink12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12589.413 7951.315 533.15, 12600.72 7976.276 872.799, 12619.788 8034.902 867.914, 12628.532 8064.496 864.642, 12642.009 8111.124 857.13, 12650.086 8140.012 851.893, 12662.294 8184.235 843.471, 12669.605 8210.316 841.541, 12679.884 8246.426 843.195, 12689.324 8272.67 847.973, 12721.172 8305.422 869.325, 12749.312 8303.937 870.105, 12794.621 8280.069 867.43, 12839.393 8230.808 865.565, 12863.542 8193.119 864.732, 12888.761 8139.812 865.091, 12902.475 8095.017 865.79, 12909.057 8060.428 865.481, 12914.191 8027.232 864.383, 12920.594 7967.662 861.61, 12921.078 7911.206 859.056, 12918.556 7880.216 858.695, 12912.483 7853.179 859.649, 12899.742 7824.633 862.86, 12860.13 7786.884 867.593, 12835.876 7779.504 867.701, 12790.353 7786.169 866.368, 12757.987 7799.24 864.916, 12729.001 7813.722 863.09, 12700.167 7830.942 861.379, 12670.854 7852.252 860.151, 12632.046 7891.195 860.274, 12612.4 7933.426 864.63, 12616.733 7964.207 867.707, 12621.627 7991.387 863.923</trace>
</ink>
</file>

<file path=ppt/ink/ink12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13107.451 7700.566 533.15, 13091.729 7741.995 871.95, 13073.208 7795.094 867.718, 13059.052 7842.234 859.548, 13047.161 7882.835 851.071, 13036.848 7921.449 840.021, 13027.85 7964.476 824.771, 13021.533 7996.285 813.641, 13016.562 8023.819 804.549, 13011.977 8053.385 799.068, 13006.093 8097.117 800.701, 13003.416 8121.267 806.787, 12999.355 8160.049 823.603, 12996.565 8185.313 832.285, 12991.816 8227.141 849.178, 12988.848 8252.324 855.479, 12984.274 8290.301 862.381, 12980.097 8322.685 862.747, 12975.992 8349.228 863.551, 12981.137 8324.164 867.149, 12993.043 8274.771 863.343, 13003.393 8241.557 861.358, 13014.063 8210.516 860.111, 13040.719 8146.899 858.31, 13057.869 8109.045 856.225, 13071.384 8079.372 853.008, 13089.112 8042.075 847.07, 13111.955 7996.197 839.25, 13129.409 7961.434 830.627, 13147.954 7925.318 821.538, 13168.569 7887.572 813.683, 13183.803 7860.008 807.929, 13199.474 7834.723 804.559, 13217.131 7810.337 804.433, 13244.211 7777.029 815.491, 13287.086 7740.957 837.891, 13315.506 7724.887 851.706, 13345.047 7715.392 861.213, 13392.068 7712.271 865.266, 13438.211 7737.746 865.364, 13457.283 7761.92 865.365, 13470.458 7790.259 865.301, 13477.795 7821.283 865.307, 13479.631 7853.03 865.448, 13477.009 7886.902 865.585, 13465.238 7945.124 864.625, 13449.559 7995.866 862.616, 13432.979 8045.369 858.518, 13419.662 8082.388 854.087, 13410.65 8107.339 848.869, 13398.628 8139.803 842.951, 13384.873 8175.973 837.333, 13365.225 8226.973 829.852, 13355.007 8253.11 829.035, 13341.825 8286.674 834.067, 13325.286 8329.656 862.391</trace>
</ink>
</file>

<file path=ppt/ink/ink12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13960.606 7813.306 533.15, 13911.052 7791.964 868.738, 13881.54 7779.256 864.868, 13854.23 7768.115 861.439, 13819.815 7755.871 858.93, 13782.03 7744.313 858.272, 13754.023 7737.089 859.426, 13708.288 7731.314 863.581, 13683.76 7734.431 866.681, 13646.154 7763.725 869.149, 13624.384 7804.209 868.212, 13610.857 7851.19 867.927, 13598.078 7904.608 867.171, 13586.716 7950.448 864.943, 13578.1 7984.619 862.934, 13569.553 8017.956 858.812, 13562.491 8045.31 852.89, 13554.125 8077.081 846.76, 13546.81 8104.669 840.937, 13534.799 8150.396 833.334, 13525.886 8185.003 836.336, 13520.075 8211.682 842.444, 13531.421 8253.177 871.086, 13555.52 8259.899 870.089, 13582.436 8261.941 869.217, 13606.734 8262.744 868.478, 13632.26 8263.167 867.838, 13658.8 8262.292 867.461, 13704.648 8250.935 866.662, 13732.951 8237.174 865.638, 13760.656 8218.061 864.115, 13785.55 8196.707 862.407, 13810.551 8168.604 860.905, 13828.722 8140.706 859.864, 13841.329 8115.254 859.825, 13849.701 8091.019 860.62, 13855.367 8064.698 863.29, 13857.304 8020.145 870.071, 13851.72 7975.548 873.869, 13851.651 7950.923 872.426, 13860.076 7915.479 869.967, 13870.692 7882.549 866.986, 13892.285 7825.672 861.32, 13905.35 7795.216 858.519, 13894.905 7829.958 865.963, 13884.933 7880.752 864.77, 13881.221 7906.695 864.11, 13878.696 7938.957 863.281, 13878.15 7976.792 862.226, 13878.6 8010.741 861.232, 13880.695 8068.717 859.854, 13883.087 8131.993 858.873, 13883.557 8165.37 858.268, 13883.859 8189.719 857.644, 13882.909 8224.453 856.114, 13879.649 8270.593 852.192, 13877.183 8303.475 846.785, 13871.336 8345.354 839.672, 13861.68 8394.296 831.968, 13854.7 8428.557 824.182, 13844.667 8466.356 816.8, 13831.266 8505.493 811.074, 13821.875 8532.128 808.123, 13809.915 8559.099 807.638, 13795.964 8584.536 810.015, 13775.031 8618.116 822.219, 13744.057 8656.601 843.333, 13710.15 8692.687 863.726, 13669.653 8730.688 869.699, 13624.273 8752.797 869.093, 13599.342 8753.63 868.439, 13573.917 8747.863 867.862, 13546.912 8736.343 867.276, 13513.976 8718.607 866.472, 13487.813 8703.833 865.342, 13429.132 8672.28 862.271, 13398.126 8658.518 860.866, 13344.427 8637.911 854.74, 13303.336 8626.529 850.181, 13275.265 8618.896 844.197, 13231.685 8611.062 836.945, 13178.221 8603.29 830.047, 13141.479 8598.082 822.007, 13097.951 8591.724 793.037, 13071.854 8586.677 756.68</trace>
</ink>
</file>

<file path=ppt/ink/ink12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14063.371 7973.022 533.15, 14127.607 7968.486 870.986, 14172.932 7965.403 866.947, 14202.049 7963.471 863.587, 14247.207 7960.639 854.421, 14272.145 7959.496 850.68, 14311.414 7958.225 844.318, 14367.161 7959.553 847.128, 14426.3 7964.669 854.115, 14487.837 7971.335 860.019, 14550.234 7978.388 860.64, 14611.591 7985.507 859.367, 14646.48 7989.73 859.133, 14677.763 7993.962 859.81, 14719.835 8004.657 867.22</trace>
</ink>
</file>

<file path=ppt/ink/ink12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14438.244 7487.074 533.15, 14487.887 7531.99 870.403, 14513.62 7555.347 868.011, 14538.315 7577.769 864.122, 14590.359 7625.209 849.862, 14617.315 7649.788 842.413, 14657.373 7686.45 827.328, 14690.478 7717.123 819.634, 14724.086 7748.892 824.093, 14752.017 7775.971 834.05, 14795.237 7821.324 856.648, 14826.367 7858.816 866.442, 14838.9 7913.786 868.502, 14832.373 7938.343 867.897, 14814.77 7990.338 865.013, 14795.622 8031.423 860.089, 14777.014 8069.568 852.222, 14756.145 8105.717 841.415, 14725.723 8149.764 828.949, 14697.64 8188.47 813.722, 14671.426 8219.416 797.336, 14639.735 8250.129 785.1, 14612.534 8274.735 779.587, 14563.121 8304.76 777.584, 14502.135 8318.576 804.014, 14468.354 8315.449 824.71, 14416.914 8301.88 849.362, 14385.272 8291.436 857.412, 14357.709 8282.303 859.583, 14314.784 8268.431 863.384</trace>
</ink>
</file>

<file path=ppt/ink/ink12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15526.015 7752.076 533.15, 15468.809 7706.222 855.979, 15442.685 7686.298 845.666, 15414.64 7665.874 832.924, 15371.302 7636.508 813.986, 15330.616 7609.401 798.717, 15297.426 7589.687 786.875, 15257.556 7569.215 780.288, 15224.371 7553.786 775.949, 15195.027 7541.472 773.248, 15159.107 7529.543 775.006, 15129.431 7520.77 780.271, 15102.954 7513.825 787.236, 15070.648 7507.573 796.158, 15043.245 7503.079 809.222, 15018.013 7499.533 820.52, 14988.516 7496.567 830.185, 14963.577 7494.43 837.492, 14918.739 7493.653 849.026, 14884.326 7496.159 856.16, 14857.382 7505.116 860.637, 14821.603 7546.557 864.705, 14811.943 7594.331 864.612, 14812.647 7624.218 863.616, 14816.68 7661.354 862.433, 14821.83 7694.878 861.172, 14826.406 7723.597 859.789, 14832.766 7759.236 855.749, 14842.176 7808.433 848.556, 14850.375 7850.587 839.619, 14859.361 7894.69 828.836, 14870.812 7949.382 817.065, 14880.373 7994.71 804.386, 14889.604 8037.064 791.084, 14899.826 8082.633 782.623, 14907.98 8118.653 779.047, 14914.804 8148.168 778.351, 14921.368 8175.742 782.079, 14933.795 8223.812 813.569, 14964.954 8243.821 868.1, 14990.688 8238.68 867.252, 15020.813 8229.993 865.14, 15070.512 8206.215 864.142, 15095.405 8189.834 863.346, 15121.912 8166.372 862.237, 15179.305 8108.037 855.011, 15228.805 8046.708 842.564, 15267.605 7997.689 820.064, 15311.768 7934.234 783.544, 15362.308 7851.19 738.803, 15400.424 7787.03 690.708, 15437.001 7716.169 642.535, 15474.345 7633.627 599.252, 15501.39 7572.138 566.172, 15527.124 7506.628 539.544, 15552.741 7434.044 523.88, 15571.049 7380.696 532.06, 15588.873 7324.302 551.002, 15607.423 7260.83 579.78, 15620.7 7214.423 615.794, 15634.395 7164.594 653.426, 15648.983 7108.116 690.358, 15659.51 7066.757 724.151, 15670.131 7022.595 753.745, 15680.819 6973.777 780.525, 15688.379 6938.61 801.481, 15695.166 6902.674 815.081, 15700.646 6866.164 826.339, 15704.323 6840.294 834.372, 15706.779 6794.288 845.264, 15704.316 6767.212 854.024, 15668.095 6745.802 865.235, 15628.104 6774.335 864.672, 15608.452 6802.953 864.687, 15585.486 6853.402 863.502, 15572.43 6894.126 862.041, 15558.685 6946.217 859.739, 15546.989 6996.823 854.499, 15538.926 7031.934 847.25, 15527.314 7085.306 836.647, 15512.7 7155.075 821.011, 15502.739 7202.769 799.542, 15489.313 7268.081 771.321, 15473.055 7348.124 739.762, 15462.095 7402.174 710.575, 15448.082 7471.844 681.809, 15432.051 7551.645 656.078, 15421.363 7604.876 642.051, 15408.58 7668.506 632.325, 15395.086 7734.857 631.042, 15386.233 7778.361 643.555, 15376.188 7827.362 661.608, 15366.317 7875.073 684.269, 15359.916 7905.966 711.413, 15353.323 7938.154 739.58, 15347.297 7968.268 766.879, 15339.823 8007.015 813.02, 15335.579 8035.266 846.565, 15334.528 8060.605 867.199, 15347.964 8110.947 871.579, 15361.354 8165.289 868.388, 15366.168 8193.285 857.79</trace>
</ink>
</file>

<file path=ppt/ink/ink13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15499.19 7759.529 533.15, 15499.648 7788.607 873.115, 15500.133 7824.794 871.893, 15500.488 7852.408 869.603, 15500.837 7889.319 866.346, 15501.155 7927.132 860.953, 15501.386 7955.131 853.972, 15501.651 7987.24 845.71, 15501.822 8015.481 838.296, 15502.696 8061.024 829.576, 15523.431 8096.905 865.454, 15548.119 8109.581 869.761, 15595.922 8121.169 866.598, 15620.655 8122.627 864.771, 15645.126 8120.071 863.642, 15670.267 8112.195 863.104, 15716.583 8084.438 863.987, 15748.38 8045.577 866.745, 15774.837 7984.234 868.139, 15786.493 7954.07 867.27, 15797.104 7926.555 865.468, 15813.967 7882.832 860.339, 15829.892 7841.529 851.784, 15844.759 7803.613 840.471, 15862.441 7759.106 828.379, 15877.925 7720.292 814.648, 15889.803 7690.58 803.199, 15901.867 7660.609 796.059, 15911.794 7636.03 794.257, 15930.894 7588.587 810.051, 15933.239 7541.786 869.476, 15890.424 7501.267 867.826, 15835.739 7474.191 863.985, 15799.448 7463.463 861.811, 15762.516 7455.896 859.981, 15718.399 7451.145 858.422, 15674.452 7450.387 857.201, 15607.489 7457.486 856.369, 15563.913 7467.358 856.203, 15537.975 7475.925 856.003, 15495.03 7492.647 855.719, 15451.934 7515.736 855.505, 15419.384 7537.721 855.662, 15381.786 7574.136 859.25, 15388.252 7613.527 868.285, 15405.111 7639.959 814.953</trace>
</ink>
</file>

<file path=ppt/ink/ink13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13126.837 5066.398 533.15</trace>
</ink>
</file>

<file path=ppt/ink/ink13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15020.587 8905.397 533.15</trace>
</ink>
</file>

<file path=ppt/ink/ink13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15654.811 8940.386 533.15</trace>
</ink>
</file>

<file path=ppt/ink/ink13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16075.334 7374.935 533.15, 16071.843 7401.784 872.568, 16066.221 7437.977 870.443, 16060.354 7474.182 868.02, 16053.141 7517.677 865.567, 16046.923 7554.936 859.288, 16038.295 7605.009 848.841, 16030.107 7651.565 837.362, 16023.591 7688.325 825.105, 16016.146 7728.756 809.452, 16009.646 7763.243 800.424, 16004.604 7789.702 794.233, 15999.159 7817.063 791.936, 15994.255 7841.242 797.197, 15986.006 7881.539 811.039, 15979.525 7914.141 830.327, 15975.212 7941.715 850.072, 15973.924 7969.586 868.241, 15993.81 8011.551 871.142, 16036.24 8040.804 869.256, 16063.582 8045.75 868.853, 16091.725 8042.081 868.747, 16135.323 8022.151 868.161, 16171.342 7985.685 866.901, 16196.668 7946.599 865.572, 16217.226 7903.755 864.692, 16231.93 7858.829 864.887, 16242.445 7813.383 865.586, 16248.876 7781.203 865.404, 16255.618 7747.801 864.478, 16269.233 7686.549 861.678, 16287.033 7623.991 858.475, 16308.99 7568.302 857.086, 16334.123 7517.515 857.874, 16351.944 7484.767 859.09, 16368.331 7456.5 860.541, 16391.812 7416.984 865.341, 16369.127 7456.403 868.067, 16357.019 7481.162 867.332, 16347.114 7509.703 866.542, 16337.434 7552.281 865.836, 16333.876 7584.201 865.795, 16333.53 7616.983 865.936, 16336.792 7672.108 865.34, 16340.418 7714.967 863.894, 16344.135 7756.486 861.636, 16347.193 7785.658 860.221, 16353.129 7833.77 856.742, 16357.843 7864.094 854.406, 16365.628 7909.67 851.789, 16371.215 7934.401 851.455, 16380.877 7970.966 852.224, 16398.236 8020.328 855.895, 16409.449 8048.347 859.604, 16420.619 8074.13 862.902, 16440.152 8116.108 867.686, 16479.016 8115.732 870.88, 16504.17 8111.939 8.708</trace>
</ink>
</file>

<file path=ppt/ink/ink13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16603.707 6763.612 533.15, 16604.619 6826.583 871.02, 16604.994 6854.3 868.953, 16605.576 6896.347 865.626, 16606.297 6951.143 861.247, 16606.768 6986.881 853.894, 16607.303 7034.589 841.206, 16607.766 7092.381 823.207, 16608.066 7129.982 807.782, 16608.031 7178.754 789.687, 16607.664 7234.973 776.325, 16607.416 7271.393 763.066, 16606.912 7315.169 755.279, 16606.467 7364.934 753.549, 16606.172 7397.689 755.328, 16605.863 7437.829 762.735, 16605.551 7481.796 772.164, 16605.342 7510.888 783.994, 16605.09 7548.991 795.666, 16604.824 7591.462 807.774, 16604.646 7619.897 818.264, 16604.531 7657.687 828.289, 16604.461 7701.489 835.73, 16604.416 7731.192 840.242, 16604.273 7772.901 842.092, 16603.973 7821.115 841.133, 16603.76 7854.183 839.133, 16603.047 7899.571 835.873, 16601.863 7950.042 831.351, 16601.018 7984.941 826.629, 16599.547 8028.415 822.132, 16597.773 8070.695 818.144, 16596.521 8099.607 815.456, 16595.135 8129.184 815.678, 16593.826 8153.985 818.802, 16592.002 8184.182 829.605, 16585.24 8158.7 863.578, 16586.186 8131.106 861.472, 16590.486 8095.168 859.79, 16599.824 8048.517 858.311, 16610.348 8006.14 856.536, 16617.5 7981.009 855.934, 16630.189 7938.29 854.512, 16650.326 7874.471 854.114, 16669.955 7813.105 855.628, 16677.625 7788.889 856.377, 16693.576 7737.991 857.11, 16705.121 7701.025 856.989, 16714.232 7671.866 855.618, 16727.598 7629.726 851.735, 16743.018 7584.313 845.792, 16755.283 7548.818 837.928, 16773.105 7502.445 829.185, 16789.568 7460.793 820.183, 16805.848 7424.138 811.222, 16828.107 7381.97 803.336, 16848.344 7345.63 798.03, 16867.16 7317.977 794.732, 16891.295 7291.106 794.235, 16933.404 7255.999 804.659, 16959.354 7245.828 812.441, 17003.033 7236.258 827.823, 17028.07 7237.621 834.626, 17089.434 7253.791 848.488, 17120.721 7272.45 852.804, 17146.795 7300.123 853.906, 17164.77 7332.188 854.603, 17176.83 7364.476 855.745, 17183.354 7402.507 857.012, 17185.221 7436.301 857.768, 17184.018 7467.111 858.741, 17180.045 7499.555 859.736, 17175.037 7527.544 860.777, 17169.725 7551.75 862.152, 17161.682 7579.527 863.449, 17149.779 7611.331 864.13, 17134.367 7647.781 863.752, 17120.756 7675.424 862.865, 17107.742 7701.173 861.575, 17093.734 7727.005 858.967, 17073.406 7762.375 854.244, 17054.607 7794.575 848.198, 17035.295 7824.88 840.738, 17009.238 7863.146 832.663, 16984.793 7897.717 825.32, 16962.637 7928.308 817.875, 16935.092 7963.961 811.099, 16910.713 7994.854 806.66, 16888.557 8020.001 803.302, 16862.992 8046.684 802.246, 16823.197 8085.399 809.936, 16787.527 8113.15 824.435, 16758.176 8129.102 839.094, 16733.426 8138.246 851.983, 16709.035 8141.711 861.571, 16682.855 8139.582 865.473, 16657.035 8133.984 866.248, 16627.26 8122.677 865.556, 16597.818 8107.428 864.057, 16571.49 8091.335 862.423, 16546.432 8073.156 861.568, 16512.773 8041.404 863.793</trace>
</ink>
</file>

<file path=ppt/ink/ink13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17587.422 6584.456 533.15, 17580.67 6625.81 868.224, 17567.461 6691.082 850.741, 17551.631 6759.618 816.325, 17539.076 6813.292 783.78, 17520.34 6882.96 741.178, 17498.303 6956.98 699.004, 17481.781 7011.238 663.129, 17462.703 7070.037 628.646, 17437.355 7144.063 597.966, 17407.055 7230.194 571.511, 17373.959 7323.127 552.616, 17349.848 7390.53 560.275, 17327.369 7454.429 578.396, 17305.221 7521.471 599.318, 17289.486 7569.592 628.599, 17273.65 7621.333 657.674, 17257.881 7679.132 685.062, 17246.707 7720.956 711.502, 17238.248 7763.317 738.038, 17233.623 7806.195 764.737, 17230.92 7836.391 790.042, 17231.717 7864.935 806.162, 17235.992 7893.324 819.953, 17245.635 7932.725 839.076, 17268.461 7980.275 856.036, 17300.965 8017.323 866.049</trace>
</ink>
</file>

<file path=ppt/ink/ink13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17527.312 7932.157 533.15, 17567.848 7914.39 870.615, 17611.326 7893.559 867.891, 17640.057 7880.228 867.281, 17665.684 7869.118 867.322, 17707.393 7852.812 869.34, 17748.986 7836.343 871.966, 17796.764 7818.376 868.527, 17823.145 7808.914 867.08, 17848.617 7800.076 866.663, 17892.436 7783.65 869.781, 17927.438 7761.268 871.097, 17970.119 7728.862 868.672, 18003.035 7702.45 865.497, 18034.492 7676.96 858.226, 18066.166 7650.456 847.39, 18108.18 7614.158 834.337, 18146.17 7581.048 816.669, 18179.84 7550.691 794.85, 18220.389 7512.817 773.209, 18255.906 7479.251 758.482, 18284.85 7451.471 748.267, 18315.182 7421.627 745.379, 18339.77 7396.893 749.11, 18373.279 7362.289 769.787, 18383.58 7322.977 861.995, 18334.104 7324.32 862.072, 18305.539 7325.856 860.313, 18272.223 7327.722 859.266, 18242.848 7329.502 858.871, 18195.613 7332.559 862.844, 18150.439 7338.125 873.147, 18123.74 7341.874 871.437, 18071.006 7348.876 866.939, 18039.943 7352.731 864.485, 18009.738 7356.387 862.531, 17974.51 7360.219 861.237, 17939.793 7363.671 860.557, 17906.943 7366.685 860.482, 17870.078 7369.914 860.592, 17834.146 7373.216 860.784, 17799.957 7377.408 860.93, 17737.178 7390.759 860.411, 17709.732 7399.155 859.863, 17662.102 7415.891 858.243, 17633.561 7428.228 857.118, 17609.123 7439.168 855.476, 17567.854 7463.314 852.801, 17539.477 7485.4 852.738, 17518.439 7533.253 859.561, 17527.555 7559.409 863.259, 17554.123 7607.889 863.584, 17571.428 7638.267 862.394, 17589.59 7670.663 860.982, 17606.088 7700.66 859.946, 17623.607 7733.202 859.44, 17638.457 7761.832 859.546, 17660.871 7805.341 862.344, 17673.641 7830.686 865.614, 17694.498 7875.151 869.155, 17714.5 7921.549 867.716, 17726.551 7949.962 866.063, 17738.105 7975.815 864.375, 17753.52 8003.473 863.035, 17776.842 8031.602 862.082, 17803.031 8056.553 861.311, 17841.994 8084.687 859.965, 17891.027 8114.04 857.78, 17935.807 8138.455 853.362, 17961.201 8150.911 851.29, 18015.967 8174.829 850.518, 18040.098 8182.979 853.076, 18064.721 8184.278 860.104, 18102.643 8161.596 867.49, 18140.123 8130.174 866.199, 18178.916 8096.592 863.907, 18203.361 8077.987 864.232, 18248.863 8054.153 868.005, 18274.678 8045.949 864.145</trace>
</ink>
</file>

<file path=ppt/ink/ink13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14157.998 4813.984 533.15</trace>
</ink>
</file>

<file path=ppt/ink/ink13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14288.705 4257.974 533.15</trace>
</ink>
</file>

<file path=ppt/ink/ink14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13807.622 4871.636 533.15</trace>
</ink>
</file>

<file path=ppt/ink/ink14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13556.016 9141.021 533.15, 13523.079 9140.604 872.429, 13487.585 9140.228 869.855, 13457.42 9140.274 867.459, 13432.79 9140.341 864.885, 13403.917 9141.612 860.568, 13365.57 9145.889 853.098, 13321.646 9155.448 844.92, 13275.339 9169.936 836.455, 13240.213 9181.729 829.921, 13206.7 9196.219 824.307, 13171.897 9215.062 819.852, 13146.552 9229.669 818.312, 13096.526 9265.047 818.695, 13058.548 9295.776 827.357, 13010.976 9340.094 843.573, 12976.884 9382.682 859.697, 12969.339 9436.614 868.351, 12972.289 9465.112 868.021, 12975.649 9490.259 867.073, 12981.945 9534.394 863.733, 12987.112 9567.377 860.88, 12990.96 9591.738 856.78, 12995.833 9621.716 851.631, 13002.317 9658.814 846.057, 13007.069 9685.759 841.434, 13012.931 9718.356 836.645, 13020.046 9757.684 832.125, 13025.142 9785.793 829.609, 13031.163 9819.801 827.319, 13038.029 9860.576 825.156, 13042.863 9889.451 824.828, 13047.653 9924.554 825.015, 13051.881 9965.797 825.612, 13054.739 9994.865 826.972, 13056.895 10029.038 828.113, 13057.798 10068.402 829.869, 13058.282 10095.978 832.069, 13057.159 10128.871 833.811, 13053.641 10167.165 835.599, 13050.985 10193.849 837.677, 13045.913 10227.615 839.236, 13038.238 10268.077 840.231, 13032.751 10296.21 840.92, 13024.276 10330.425 840.871, 13013.604 10368.09 840.64, 13006.119 10394.021 840.103, 12996.995 10421.345 840.161, 12987.07 10447.753 841.731, 12972.699 10482.403 845.775, 12959.716 10507.098 851.287, 12933.723 10532.438 677.046</trace>
</ink>
</file>

<file path=ppt/ink/ink14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12478.907 9775.995 533.15, 12503.471 9781.246 873.032, 12530.531 9786.877 871.109, 12581.308 9796.885 869.084, 12618.387 9804.169 863.916, 12678.948 9815.228 852.385, 12756.309 9827.528 840.259, 12810.443 9836.041 816.133, 12876.358 9842.264 783.434, 12950.636 9843.528 749.989, 13002.497 9843.986 712.964, 13074.488 9836.93 675.543, 13146.825 9824.299 648.152, 13196.576 9815.022 628.864, 13252.594 9800.017 624.623, 13310.217 9781.313 633.771, 13350.223 9767.838 646.7, 13394.52 9751.484 664.77, 13439.294 9734.272 688.122, 13470.495 9722.11 712.732, 13507.998 9707.307 796.994</trace>
</ink>
</file>

<file path=ppt/ink/ink14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13716.952 9952.556 533.15, 13778.408 9935.594 870.57, 13830.735 9920.841 866.199, 13880.512 9906.771 860.289, 13932.53 9891.877 848.685, 14000.736 9871.854 828.689, 14059.17 9854.585 807.474, 14110.109 9839.454 774.011, 14172.395 9820.783 738.807, 14227.372 9804.257 709.722, 14273.538 9790.258 683.48, 14324.091 9774.811 671.093, 14366.958 9761.672 678.5, 14406.534 9749.516 688.483, 14451.714 9735.598 701.417, 14490.233 9723.721 720.99, 14524.385 9713.739 741.45, 14564.981 9702.25 765.5, 14600.145 9692.402 788.673, 14632.094 9684.306 808.951, 14668.882 9675.87 827.422, 14700.545 9668.874 840.049, 14727.632 9663.323 845.481, 14758.376 9657.353 849.729, 14784.641 9652.367 852.819, 14828.998 9643.887 856.431, 14853.792 9647.24 8.564</trace>
</ink>
</file>

<file path=ppt/ink/ink14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14427.913 9321.468 533.15, 14471.924 9342.061 871.034, 14522.993 9371.646 864.817, 14572.927 9407.755 859.002, 14600.49 9432.561 856.54, 14625.157 9461.033 855.692, 14645.103 9488.754 857.13, 14672.229 9537.902 859.189, 14687.77 9572.257 860.177, 14699.907 9605.012 860.673, 14708.897 9632.54 861.108, 14715.763 9658.058 861.971, 14717.396 9686.295 864.472, 14707.785 9711.754 865.941, 14689.185 9742.897 865.957, 14668.709 9768.505 864.886, 14629.732 9813.212 858.843, 14600.006 9843.15 852.257, 14575.869 9867.037 844.289, 14548.62 9891.854 835.18, 14516.029 9919.531 826.425, 14490.705 9940.683 819.641, 14465.303 9960.298 814.085, 14438.232 9978.668 810.795, 14398.824 10002.292 815.26, 14351.418 10020.199 833.849, 14303.605 10028.428 860.106, 14271.885 10037.275 866.641, 14240.795 10052.477 867.229, 14216.053 10065.068 866.386, 14184.456 10084.419 863.928, 14142.876 10113.198 857.533, 14110.701 10135.904 847.326, 14071.746 10165.851 834.64, 14046.47 10185.314 812.439, 14003.603 10218.854 735.827</trace>
</ink>
</file>

<file path=ppt/ink/ink14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15664.021 9424.164 533.15, 15606.459 9379.075 861.542, 15554.846 9340.275 846.425, 15510.853 9310.446 832.456, 15469.646 9283.01 819.597, 15427.497 9257.82 799.457, 15374.649 9230.759 777.609, 15328.961 9210.297 760.156, 15287.862 9194.043 742.665, 15240.246 9180.438 730.392, 15199.442 9171.186 724.456, 15162.673 9164.668 725.277, 15122.564 9161.48 733.124, 15087.68 9160.938 745.128, 15055.871 9162.025 757.301, 15023.248 9166.049 772.665, 14996.498 9170.812 789.77, 14945.617 9185.369 819.201, 14903.271 9204.06 840.835, 14859.742 9231.477 851.356, 14821.855 9265.911 855.453, 14790.293 9302.903 856.296, 14774.439 9328.896 855.99, 14751.558 9374.56 854.612, 14741.769 9404.73 853.21, 14734.164 9430.548 852.23, 14728.607 9460.157 850.217, 14726.091 9500.702 846.843, 14725.006 9535.846 843.504, 14726.9 9574.29 838.489, 14733.119 9625.49 831.775, 14739.258 9669.346 824.936, 14747.92 9713.914 816.796, 14761.484 9768.17 808.125, 14773.503 9813.364 800.258, 14785.975 9855.166 792.716, 14801.888 9900.438 787.08, 14815.201 9936.572 784.772, 14829.003 9967.654 784.437, 14844.476 9998.223 787.132, 14867.818 10039.776 804.039, 14888.287 10066.76 823.874, 14932.963 10077.565 865.097, 14983.945 10027.368 863.633, 15038.774 9960.672 854.226, 15094.215 9886.171 835.808, 15139.407 9824.795 802.451, 15192.476 9746.621 752.604, 15256.508 9644.81 694.191, 15305.504 9565.852 634.159, 15353.955 9481.771 575.186, 15404.98 9388.583 522.09, 15443.531 9317.241 479.539, 15479.204 9249.224 446.395, 15515.509 9177.584 427.659, 15542.469 9123.749 440.856, 15567.646 9071.88 473.035, 15593.782 9015.692 518.724, 15612.994 8973.882 572.616, 15631.128 8931.819 627.008, 15649.341 8885.958 678.237, 15662.575 8851.929 724.301, 15673.914 8817.801 764.466, 15683.663 8781.89 799.352, 15690.471 8755.294 826.921, 15694.765 8731.165 843.136, 15696.88 8706.86 853.153, 15697.187 8673.042 861.079, 15691.366 8646.38 863.258, 15665.516 8602.256 865.969, 15625.479 8599.365 869.103, 15596.264 8650.565 867.103, 15585.523 8678.329 865.149, 15576.271 8706.892 863.595, 15558.073 8767.985 857.593, 15542.56 8827.943 848.483, 15531.312 8871.87 837.117, 15516.952 8933.193 817.515, 15499.742 9012.628 788.563, 15487.524 9069.521 755.901, 15473.326 9142.024 718.502, 15460.468 9209.489 685.689, 15449.431 9272.062 651.523, 15441.503 9317.377 623.468, 15431.818 9378.353 598.618, 15421.163 9450.285 580.38, 15413.759 9500.6 577.006, 15405.865 9558.888 583.769, 15398.206 9622.217 600.511, 15392.964 9666.019 627.829, 15388.428 9712.91 658.019, 15384.956 9759.895 688.14, 15382.683 9791.702 720.478, 15381.497 9822.86 750.95, 15382.051 9851.073 779.486, 15385.221 9887.059 824.089, 15395.463 9917.3 850.426, 15418.44 9957.246 868.895, 15423.282 9982.226 8.689</trace>
</ink>
</file>

<file path=ppt/ink/ink14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12687.352 4642.748 533.15</trace>
</ink>
</file>

<file path=ppt/ink/ink14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16647.453 11736.836 533.15</trace>
</ink>
</file>

<file path=ppt/ink/ink14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13786.047 13268.527 533.15</trace>
</ink>
</file>

<file path=ppt/ink/ink149.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10599.978 10606.243 533.15, 10656.855 10606.507 872.776, 10729.418 10607.211 870.636, 10787.247 10608.201 868.756, 10857.313 10609.533 866.886, 10970.986 10611.673 860.017, 11037.77 10612.888 855.978, 11148.252 10614.84 846.896, 11219.418 10616.08 843.59, 11296.073 10617.412 841.825, 11378.18 10618.722 842.716, 11437.424 10619.65 843.774, 11511.551 10620.775 844.645, 11588.766 10621.726 845.724, 11644.712 10622.382 847.366, 11711.482 10623.065 848.869, 11770.203 10623.646 850.392, 11880.012 10624.026 853.392, 11937.125 10623.905 854.506, 12029.593 10623.139 855.628, 12161.721 10618.579 858.311, 12242.021 10612.54 860.367, 12330.743 10600.915 861.951, 12411.996 10586.698 862.708, 12543.8 10557.472 862.368, 12619.979 10537.377 861.565, 12683.187 10516.375 861.331, 12742.046 10497.762 857.625</trace>
</ink>
</file>

<file path=ppt/ink/ink15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11751.588 10792.029 533.15, 11779.425 10852.437 870.754, 11848.252 11005.124 861.594, 11881.4 11080.525 856.632, 11906.228 11137.164 849.567, 11937.732 11211.972 841.557, 11964.524 11283.417 834.632, 12003.494 11400.766 822.328, 12022.626 11470.932 820.785, 12052.748 11594.024 821.136, 12066.601 11657.27 825.475, 12079.26 11720.003 829.509, 12094.074 11800.005 833.872, 12106.811 11871.17 838.349, 12116.989 11933.865 842.051, 12127.298 12008.026 845.665, 12135.51 12078.451 847.816, 12145.782 12190.53 850.686, 12151.002 12325.565 854.078, 12150.825 12387.771 857.36, 12148.332 12443.775 863.999</trace>
</ink>
</file>

<file path=ppt/ink/ink15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11861.258 10629.918 533.15, 11789.257 10776.967 870.389, 11736.196 10890.684 866.676, 11706.828 10957.778 863.301, 11662.753 11063.418 855.042, 11638.797 11126.972 850.876, 11603.896 11223.613 845.368, 11578.148 11301.211 846.762, 11557.695 11369.748 850.807, 11526.041 11485.236 862.96, 11507.718 11556.022 867.215, 11490.602 11622.908 867.992, 11469.603 11705.705 866.893, 11446.178 11797.72 864.889, 11428.387 11866.443 863.208, 11398.728 11977.384 866.257</trace>
</ink>
</file>

<file path=ppt/ink/ink15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11888.294 10774.747 533.15, 11988.545 10853.473 871.014, 12118.651 10952.619 865.16, 12236.409 11033.755 861.55, 12348.501 11105.232 856.43, 12411.523 11141.68 853.915, 12516.324 11198.749 849.769, 12587.348 11234.688 849.418, 12737.023 11311.03 847, 12800.9 11343.775 844.829, 12910.615 11399.841 837.962</trace>
</ink>
</file>

<file path=ppt/ink/ink15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10317.612 768.346 533.15</trace>
</ink>
</file>

<file path=ppt/ink/ink15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10024.523 9542.717 533.15, 9921.309 9720.498 869.871, 9857.009 9843.299 866.318, 9816.92 9930.776 863.964, 9781.426 10010.301 861.504, 9706.471 10196.387 851.457, 9669.523 10292.307 846.23, 9636.795 10378.306 840.845, 9594.264 10491.928 835.57, 9556.927 10591.983 832.493, 9523.236 10682.358 829.884, 9481.596 10793.46 827.855, 9450.863 10875.431 827.858, 9416.161 10966.591 828.193, 9376.55 11070.044 829.368, 9319.129 11218.908 835.676, 9284.257 11307.757 839.518, 9234.688 11432.294 846.959, 9162.636 11606.197 856.046, 9119.878 11706.161 860.497, 9077.622 11802.872 863.436, 9003.982 11963.365 867.129, 8941.979 12091.99 871.64, 8906.771 12173.43 866.511</trace>
</ink>
</file>

<file path=ppt/ink/ink15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9871.065 9467.38 533.15, 9762.709 9598.929 867.663, 9697.062 9684.734 864.97, 9629.375 9775.154 862.764, 9554.574 9876.55 860.412, 9485.656 9970.372 858.664, 9372.696 10127.621 859.281, 9265.654 10285.256 864.612, 9180.869 10419.369 870.059, 9074.1 10567.924 871.903, 8989.55 10647.723 762.336</trace>
</ink>
</file>

<file path=ppt/ink/ink15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9563.05 9614.872 533.15, 9651.277 9649.506 869.106, 9746.48 9695.148 864.333, 9833.607 9740.456 859.112, 9971.34 9813.689 849.34, 10165.197 9933.295 840.754, 10333.944 10060.009 842.925, 10508.081 10207.057 849.99, 10588.174 10278.189 852.388, 10732.768 10408.416 854.862, 10842.84 10508.089 854.645</trace>
</ink>
</file>

<file path=ppt/ink/ink160.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13249.528 9839.804 533.15</trace>
</ink>
</file>

<file path=ppt/ink/ink16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9275.884 9671.441 533.15, 9357.783 9681.828 870.086, 9413.399 9689.084 866.839, 9467.874 9696.2 863.482, 9547.61 9707.731 859.647, 9593.404 9715.063 857.895, 9662.176 9726.621 856.162, 9752.091 9743.735 856.214, 9807.024 9755.42 857.842, 9853.261 9765.502 860.822, 9890.402 9773.519 863.958, 9937.787 9782.925 867.465, 9988.809 9790.9 868.832, 10025.961 9795.734 868.32, 10074.208 9801.487 867.1, 10129.211 9807.449 865.248, 10180.104 9812.364 863.162, 10237.217 9816.98 861.414, 10291.05 9819.953 860.391, 10335.057 9821.126 860.384, 10379.585 9820.754 861.182, 10423.038 9818.591 862.579, 10497.521 9811.428 865.223, 10537.171 9805.52 865.954, 10605.381 9793.262 866.352, 10681.247 9777.327 866.863, 10751.575 9744.605 873.564, 10789.541 9734.042 8.735</trace>
</ink>
</file>

<file path=ppt/ink/ink16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9936.055 2776.219 533.15</trace>
</ink>
</file>

<file path=ppt/ink/ink16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9653.688 1219.417 533.15</trace>
</ink>
</file>

<file path=ppt/ink/ink16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8779.786 6561.264 533.15, 8909.491 6552.343 870.216, 8971.338 6550.402 868.769, 9083.528 6547.398 864.917, 9169.201 6545.793 860.125, 9230.139 6544.689 854.76, 9303.42 6543.764 848.309, 9387.189 6542.883 842.119, 9513.552 6541.951 833.701, 9590.855 6542.006 831.081, 9704.59 6542.682 833.959, 9770.948 6543.632 836.076, 9867.143 6545.543 843.352, 10003.366 6549.854 855.052, 10083.604 6552.923 860.84, 10164.107 6556.397 863.297, 10225.931 6558.99 864.749, 10289.455 6561.338 865.623, 10357.961 6562.763 866.203, 10464.951 6562.028 866.682, 10532.9 6558.9 867.104, 10595.433 6552.345 868.696, 10656.126 6565.798 8.687</trace>
</ink>
</file>

<file path=ppt/ink/ink16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8635.711 635.63 533.15</trace>
</ink>
</file>

<file path=ppt/ink/ink171.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6923.972 12160.71 533.15, 6989.013 12027.793 860.112, 7037.019 11924.637 844.033, 7083.983 11823.429 828.602, 7137.589 11704.415 795.075, 7204.363 11553.224 759.348, 7262.513 11420.858 729.701, 7312.283 11304.381 704.862, 7367.88 11165.338 688.444, 7414.523 11046.242 678.651, 7455.96 10936.027 671.502, 7499.676 10814.629 674.25, 7535.167 10714.462 686.035, 7568.641 10617.495 699.245, 7605.914 10507.021 719.679, 7636.646 10415.088 745.216, 7666.462 10326.732 768.527, 7703.804 10218.95 789.099, 7735.63 10127.707 804.327, 7768.729 10036.901 816.331, 7812.53 9924.103 826.329, 7849.633 9830.061 831.099, 7888.38 9736.702 832.595, 7936.151 9626.273 832.695, 7975.604 9536.114 830.866, 8014.402 9450.969 827.821, 8060.197 9354.772 825.344, 8097.316 9277.807 823.551, 8133.877 9205.708 823.397, 8177.903 9124.094 824.477, 8213.39 9059.412 827.315, 8249.301 8996.563 831.291, 8292.294 8923.562 835.315, 8362.88 8807.137 843.44, 8407.235 8737.126 847.121, 8479.502 8623.871 852.467, 8525.354 8552.732 854.257, 8601.964 8434.431 855.433, 8651.588 8358.419 855.177, 8733.226 8233.572 852.79, 8784.69 8154.333 851.169, 8824.635 8092.75 849.331, 8866.745 8027.328 847.48, 8916.082 7950.197 845.765, 8991.456 7831.405 843.697, 9032.78 7764.96 844.068, 9095.684 7662.75 846.411, 9183.519 7516.532 852.019, 9252.401 7395.613 858.399, 9287.49 7328.353 861.775, 9316.382 7266.562 864.213, 9348.615 7191.893 866.94, 9373.762 7129.169 868.718, 9413.124 7017.611 870.017, 9452.128 6895.838 869.025, 9471.917 6834.784 868.263, 9493.215 6773.534 868.325, 9521.227 6667.014 872.94, 9523.377 6601.225 867.674</trace>
</ink>
</file>

<file path=ppt/ink/ink172.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9565.001 6368.069 533.15</trace>
</ink>
</file>

<file path=ppt/ink/ink173.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9537.434 6602.985 533.15</trace>
</ink>
</file>

<file path=ppt/ink/ink174.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9462.021 729.065 533.15</trace>
</ink>
</file>

<file path=ppt/ink/ink175.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10752.749 7035.779 533.15, 10813.293 7047.335 871.552</trace>
</ink>
</file>

<file path=ppt/ink/ink176.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9850.483 2507.234 533.15</trace>
</ink>
</file>

<file path=ppt/ink/ink177.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9600.29 6452.089 533.15, 9545.203 6512.422 870.786, 9503.638 6554.967 867.348, 9461.532 6597.213 863.344, 9426.535 6631.456 861.324, 9369.927 6686.265 853.43, 9332.322 6721.589 849.357, 9273.186 6776.542 840.386, 9217.357 6827.507 836.85, 9156.99 6881.933 838.175, 9106.383 6927.094 842.111, 9035.062 6990.043 851.16, 8999.287 7020.854 856.463, 8948.308 7061.955 868.848</trace>
</ink>
</file>

<file path=ppt/ink/ink178.xml><?xml version="1.0" encoding="utf-8"?>
<ink xmlns="http://www.w3.org/2003/InkML">
  <definitions>
    <brush xml:id="br1">
      <brushProperty name="color" value="#ff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9706.447 6637.869 533.15, 9748.69 6711.727 869.089, 9773.129 6757.679 866.415, 9805.53 6819.542 862.359, 9845.04 6895.628 858.365, 9866.488 6937.484 858.057, 9898.03 6999.206 862.39, 9932.691 7061.171 868.21, 9983.176 7105.97 869.468, 10027.167 7123.323 868.616, 10067.476 7140.898 860.463</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27" name=""/>
        <p:cNvGrpSpPr/>
        <p:nvPr/>
      </p:nvGrpSpPr>
      <p:grpSpPr>
        <a:xfrm>
          <a:off x="0" y="0"/>
          <a:ext cx="0" cy="0"/>
          <a:chOff x="0" y="0"/>
          <a:chExt cx="0" cy="0"/>
        </a:xfrm>
      </p:grpSpPr>
      <p:sp>
        <p:nvSpPr>
          <p:cNvPr id="104864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4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4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4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4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4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spTree>
      <p:nvGrpSpPr>
        <p:cNvPr id="14" name=""/>
        <p:cNvGrpSpPr/>
        <p:nvPr/>
      </p:nvGrpSpPr>
      <p:grpSpPr>
        <a:xfrm>
          <a:off x="0" y="0"/>
          <a:ext cx="0" cy="0"/>
          <a:chOff x="0" y="0"/>
          <a:chExt cx="0" cy="0"/>
        </a:xfrm>
      </p:grpSpPr>
      <p:sp>
        <p:nvSpPr>
          <p:cNvPr id="1048581" name="Title 1"/>
          <p:cNvSpPr>
            <a:spLocks noGrp="1"/>
          </p:cNvSpPr>
          <p:nvPr>
            <p:ph type="ctrTitle"/>
          </p:nvPr>
        </p:nvSpPr>
        <p:spPr>
          <a:xfrm>
            <a:off x="914400" y="1122363"/>
            <a:ext cx="10363200" cy="2387600"/>
          </a:xfrm>
        </p:spPr>
        <p:txBody>
          <a:bodyPr anchor="b"/>
          <a:lstStyle>
            <a:lvl1pPr algn="ctr">
              <a:defRPr sz="6000"/>
            </a:lvl1pPr>
          </a:lstStyle>
          <a:p>
            <a:r>
              <a:rPr altLang="en-US" lang="zh-CN" smtClean="0"/>
              <a:t>单击此处编辑母版标题样式</a:t>
            </a:r>
            <a:endParaRPr dirty="0" lang="en-US"/>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en-US" lang="zh-CN" smtClean="0"/>
              <a:t>单击此处编辑母版副标题样式</a:t>
            </a:r>
            <a:endParaRPr dirty="0" lang="en-US"/>
          </a:p>
        </p:txBody>
      </p:sp>
      <p:sp>
        <p:nvSpPr>
          <p:cNvPr id="1048583" name="Date Placeholder 3"/>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584" name="Footer Placeholder 4"/>
          <p:cNvSpPr>
            <a:spLocks noGrp="1"/>
          </p:cNvSpPr>
          <p:nvPr>
            <p:ph type="ftr" sz="quarter" idx="11"/>
          </p:nvPr>
        </p:nvSpPr>
        <p:spPr/>
        <p:txBody>
          <a:bodyPr/>
          <a:p>
            <a:endParaRPr altLang="en-US" lang="zh-CN"/>
          </a:p>
        </p:txBody>
      </p:sp>
      <p:sp>
        <p:nvSpPr>
          <p:cNvPr id="1048585" name="Slide Number Placeholder 5"/>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18" name=""/>
        <p:cNvGrpSpPr/>
        <p:nvPr/>
      </p:nvGrpSpPr>
      <p:grpSpPr>
        <a:xfrm>
          <a:off x="0" y="0"/>
          <a:ext cx="0" cy="0"/>
          <a:chOff x="0" y="0"/>
          <a:chExt cx="0" cy="0"/>
        </a:xfrm>
      </p:grpSpPr>
      <p:sp>
        <p:nvSpPr>
          <p:cNvPr id="1048597" name="Title 1"/>
          <p:cNvSpPr>
            <a:spLocks noGrp="1"/>
          </p:cNvSpPr>
          <p:nvPr>
            <p:ph type="title"/>
          </p:nvPr>
        </p:nvSpPr>
        <p:spPr/>
        <p:txBody>
          <a:bodyPr/>
          <a:p>
            <a:r>
              <a:rPr altLang="en-US" lang="zh-CN" smtClean="0"/>
              <a:t>单击此处编辑母版标题样式</a:t>
            </a:r>
            <a:endParaRPr dirty="0" lang="en-US"/>
          </a:p>
        </p:txBody>
      </p:sp>
      <p:sp>
        <p:nvSpPr>
          <p:cNvPr id="1048598" name="Content Placeholder 2"/>
          <p:cNvSpPr>
            <a:spLocks noGrp="1"/>
          </p:cNvSpPr>
          <p:nvPr>
            <p:ph idx="1"/>
          </p:nvPr>
        </p:nvSpPr>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599" name="Date Placeholder 3"/>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600" name="Footer Placeholder 4"/>
          <p:cNvSpPr>
            <a:spLocks noGrp="1"/>
          </p:cNvSpPr>
          <p:nvPr>
            <p:ph type="ftr" sz="quarter" idx="11"/>
          </p:nvPr>
        </p:nvSpPr>
        <p:spPr/>
        <p:txBody>
          <a:bodyPr/>
          <a:p>
            <a:endParaRPr altLang="en-US" lang="zh-CN"/>
          </a:p>
        </p:txBody>
      </p:sp>
      <p:sp>
        <p:nvSpPr>
          <p:cNvPr id="1048601" name="Slide Number Placeholder 5"/>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spTree>
      <p:nvGrpSpPr>
        <p:cNvPr id="21" name=""/>
        <p:cNvGrpSpPr/>
        <p:nvPr/>
      </p:nvGrpSpPr>
      <p:grpSpPr>
        <a:xfrm>
          <a:off x="0" y="0"/>
          <a:ext cx="0" cy="0"/>
          <a:chOff x="0" y="0"/>
          <a:chExt cx="0" cy="0"/>
        </a:xfrm>
      </p:grpSpPr>
      <p:sp>
        <p:nvSpPr>
          <p:cNvPr id="1048613" name="Title 1"/>
          <p:cNvSpPr>
            <a:spLocks noGrp="1"/>
          </p:cNvSpPr>
          <p:nvPr>
            <p:ph type="title"/>
          </p:nvPr>
        </p:nvSpPr>
        <p:spPr>
          <a:xfrm>
            <a:off x="831851" y="1709739"/>
            <a:ext cx="10515600" cy="2852737"/>
          </a:xfrm>
        </p:spPr>
        <p:txBody>
          <a:bodyPr anchor="b"/>
          <a:lstStyle>
            <a:lvl1pPr>
              <a:defRPr sz="6000"/>
            </a:lvl1pPr>
          </a:lstStyle>
          <a:p>
            <a:r>
              <a:rPr altLang="en-US" lang="zh-CN" smtClean="0"/>
              <a:t>单击此处编辑母版标题样式</a:t>
            </a:r>
            <a:endParaRPr dirty="0" lang="en-US"/>
          </a:p>
        </p:txBody>
      </p:sp>
      <p:sp>
        <p:nvSpPr>
          <p:cNvPr id="1048614" name="Text Placeholder 2"/>
          <p:cNvSpPr>
            <a:spLocks noGrp="1"/>
          </p:cNvSpPr>
          <p:nvPr>
            <p:ph type="body" idx="1"/>
          </p:nvPr>
        </p:nvSpPr>
        <p:spPr>
          <a:xfrm>
            <a:off x="831851" y="4589464"/>
            <a:ext cx="10515600" cy="1500187"/>
          </a:xfrm>
        </p:spPr>
        <p:txBody>
          <a:bodyPr/>
          <a:lstStyle>
            <a:lvl1pPr indent="0" marL="0">
              <a:buNone/>
              <a:defRPr sz="24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en-US" lang="zh-CN" smtClean="0"/>
              <a:t>单击此处编辑母版文本样式</a:t>
            </a:r>
            <a:endParaRPr altLang="en-US" lang="zh-CN" smtClean="0"/>
          </a:p>
        </p:txBody>
      </p:sp>
      <p:sp>
        <p:nvSpPr>
          <p:cNvPr id="1048615" name="Date Placeholder 3"/>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616" name="Footer Placeholder 4"/>
          <p:cNvSpPr>
            <a:spLocks noGrp="1"/>
          </p:cNvSpPr>
          <p:nvPr>
            <p:ph type="ftr" sz="quarter" idx="11"/>
          </p:nvPr>
        </p:nvSpPr>
        <p:spPr/>
        <p:txBody>
          <a:bodyPr/>
          <a:p>
            <a:endParaRPr altLang="en-US" lang="zh-CN"/>
          </a:p>
        </p:txBody>
      </p:sp>
      <p:sp>
        <p:nvSpPr>
          <p:cNvPr id="1048617" name="Slide Number Placeholder 5"/>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spTree>
      <p:nvGrpSpPr>
        <p:cNvPr id="22" name=""/>
        <p:cNvGrpSpPr/>
        <p:nvPr/>
      </p:nvGrpSpPr>
      <p:grpSpPr>
        <a:xfrm>
          <a:off x="0" y="0"/>
          <a:ext cx="0" cy="0"/>
          <a:chOff x="0" y="0"/>
          <a:chExt cx="0" cy="0"/>
        </a:xfrm>
      </p:grpSpPr>
      <p:sp>
        <p:nvSpPr>
          <p:cNvPr id="1048618" name="Title 1"/>
          <p:cNvSpPr>
            <a:spLocks noGrp="1"/>
          </p:cNvSpPr>
          <p:nvPr>
            <p:ph type="title"/>
          </p:nvPr>
        </p:nvSpPr>
        <p:spPr/>
        <p:txBody>
          <a:bodyPr/>
          <a:p>
            <a:r>
              <a:rPr altLang="en-US" lang="zh-CN" smtClean="0"/>
              <a:t>单击此处编辑母版标题样式</a:t>
            </a:r>
            <a:endParaRPr dirty="0" lang="en-US"/>
          </a:p>
        </p:txBody>
      </p:sp>
      <p:sp>
        <p:nvSpPr>
          <p:cNvPr id="1048619" name="Content Placeholder 2"/>
          <p:cNvSpPr>
            <a:spLocks noGrp="1"/>
          </p:cNvSpPr>
          <p:nvPr>
            <p:ph sz="half" idx="1"/>
          </p:nvPr>
        </p:nvSpPr>
        <p:spPr>
          <a:xfrm>
            <a:off x="838200" y="1825625"/>
            <a:ext cx="5181600" cy="4351338"/>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620" name="Content Placeholder 3"/>
          <p:cNvSpPr>
            <a:spLocks noGrp="1"/>
          </p:cNvSpPr>
          <p:nvPr>
            <p:ph sz="half" idx="2"/>
          </p:nvPr>
        </p:nvSpPr>
        <p:spPr>
          <a:xfrm>
            <a:off x="6172200" y="1825625"/>
            <a:ext cx="5181600" cy="4351338"/>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621" name="Date Placeholder 4"/>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622" name="Footer Placeholder 5"/>
          <p:cNvSpPr>
            <a:spLocks noGrp="1"/>
          </p:cNvSpPr>
          <p:nvPr>
            <p:ph type="ftr" sz="quarter" idx="11"/>
          </p:nvPr>
        </p:nvSpPr>
        <p:spPr/>
        <p:txBody>
          <a:bodyPr/>
          <a:p>
            <a:endParaRPr altLang="en-US" lang="zh-CN"/>
          </a:p>
        </p:txBody>
      </p:sp>
      <p:sp>
        <p:nvSpPr>
          <p:cNvPr id="1048623" name="Slide Number Placeholder 6"/>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spTree>
      <p:nvGrpSpPr>
        <p:cNvPr id="23" name=""/>
        <p:cNvGrpSpPr/>
        <p:nvPr/>
      </p:nvGrpSpPr>
      <p:grpSpPr>
        <a:xfrm>
          <a:off x="0" y="0"/>
          <a:ext cx="0" cy="0"/>
          <a:chOff x="0" y="0"/>
          <a:chExt cx="0" cy="0"/>
        </a:xfrm>
      </p:grpSpPr>
      <p:sp>
        <p:nvSpPr>
          <p:cNvPr id="1048624" name="Title 1"/>
          <p:cNvSpPr>
            <a:spLocks noGrp="1"/>
          </p:cNvSpPr>
          <p:nvPr>
            <p:ph type="title"/>
          </p:nvPr>
        </p:nvSpPr>
        <p:spPr>
          <a:xfrm>
            <a:off x="839788" y="365126"/>
            <a:ext cx="10515600" cy="1325563"/>
          </a:xfrm>
        </p:spPr>
        <p:txBody>
          <a:bodyPr/>
          <a:p>
            <a:r>
              <a:rPr altLang="en-US" lang="zh-CN" smtClean="0"/>
              <a:t>单击此处编辑母版标题样式</a:t>
            </a:r>
            <a:endParaRPr dirty="0" lang="en-US"/>
          </a:p>
        </p:txBody>
      </p:sp>
      <p:sp>
        <p:nvSpPr>
          <p:cNvPr id="1048625" name="Text Placeholder 2"/>
          <p:cNvSpPr>
            <a:spLocks noGrp="1"/>
          </p:cNvSpPr>
          <p:nvPr>
            <p:ph type="body" idx="1"/>
          </p:nvPr>
        </p:nvSpPr>
        <p:spPr>
          <a:xfrm>
            <a:off x="839789"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smtClean="0"/>
              <a:t>单击此处编辑母版文本样式</a:t>
            </a:r>
            <a:endParaRPr altLang="en-US" lang="zh-CN" smtClean="0"/>
          </a:p>
        </p:txBody>
      </p:sp>
      <p:sp>
        <p:nvSpPr>
          <p:cNvPr id="1048626" name="Content Placeholder 3"/>
          <p:cNvSpPr>
            <a:spLocks noGrp="1"/>
          </p:cNvSpPr>
          <p:nvPr>
            <p:ph sz="half" idx="2"/>
          </p:nvPr>
        </p:nvSpPr>
        <p:spPr>
          <a:xfrm>
            <a:off x="839789" y="2505075"/>
            <a:ext cx="5157787" cy="3684588"/>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627"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smtClean="0"/>
              <a:t>单击此处编辑母版文本样式</a:t>
            </a:r>
            <a:endParaRPr altLang="en-US" lang="zh-CN" smtClean="0"/>
          </a:p>
        </p:txBody>
      </p:sp>
      <p:sp>
        <p:nvSpPr>
          <p:cNvPr id="1048628" name="Content Placeholder 5"/>
          <p:cNvSpPr>
            <a:spLocks noGrp="1"/>
          </p:cNvSpPr>
          <p:nvPr>
            <p:ph sz="quarter" idx="4"/>
          </p:nvPr>
        </p:nvSpPr>
        <p:spPr>
          <a:xfrm>
            <a:off x="6172200" y="2505075"/>
            <a:ext cx="5183188" cy="3684588"/>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629" name="Date Placeholder 6"/>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630" name="Footer Placeholder 7"/>
          <p:cNvSpPr>
            <a:spLocks noGrp="1"/>
          </p:cNvSpPr>
          <p:nvPr>
            <p:ph type="ftr" sz="quarter" idx="11"/>
          </p:nvPr>
        </p:nvSpPr>
        <p:spPr/>
        <p:txBody>
          <a:bodyPr/>
          <a:p>
            <a:endParaRPr altLang="en-US" lang="zh-CN"/>
          </a:p>
        </p:txBody>
      </p:sp>
      <p:sp>
        <p:nvSpPr>
          <p:cNvPr id="1048631" name="Slide Number Placeholder 8"/>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spTree>
      <p:nvGrpSpPr>
        <p:cNvPr id="16" name=""/>
        <p:cNvGrpSpPr/>
        <p:nvPr/>
      </p:nvGrpSpPr>
      <p:grpSpPr>
        <a:xfrm>
          <a:off x="0" y="0"/>
          <a:ext cx="0" cy="0"/>
          <a:chOff x="0" y="0"/>
          <a:chExt cx="0" cy="0"/>
        </a:xfrm>
      </p:grpSpPr>
      <p:sp>
        <p:nvSpPr>
          <p:cNvPr id="1048588" name="Title 1"/>
          <p:cNvSpPr>
            <a:spLocks noGrp="1"/>
          </p:cNvSpPr>
          <p:nvPr>
            <p:ph type="title"/>
          </p:nvPr>
        </p:nvSpPr>
        <p:spPr/>
        <p:txBody>
          <a:bodyPr/>
          <a:p>
            <a:r>
              <a:rPr altLang="en-US" lang="zh-CN" smtClean="0"/>
              <a:t>单击此处编辑母版标题样式</a:t>
            </a:r>
            <a:endParaRPr dirty="0" lang="en-US"/>
          </a:p>
        </p:txBody>
      </p:sp>
      <p:sp>
        <p:nvSpPr>
          <p:cNvPr id="1048589" name="Date Placeholder 2"/>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590" name="Footer Placeholder 3"/>
          <p:cNvSpPr>
            <a:spLocks noGrp="1"/>
          </p:cNvSpPr>
          <p:nvPr>
            <p:ph type="ftr" sz="quarter" idx="11"/>
          </p:nvPr>
        </p:nvSpPr>
        <p:spPr/>
        <p:txBody>
          <a:bodyPr/>
          <a:p>
            <a:endParaRPr altLang="en-US" lang="zh-CN"/>
          </a:p>
        </p:txBody>
      </p:sp>
      <p:sp>
        <p:nvSpPr>
          <p:cNvPr id="1048591" name="Slide Number Placeholder 4"/>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24" name=""/>
        <p:cNvGrpSpPr/>
        <p:nvPr/>
      </p:nvGrpSpPr>
      <p:grpSpPr>
        <a:xfrm>
          <a:off x="0" y="0"/>
          <a:ext cx="0" cy="0"/>
          <a:chOff x="0" y="0"/>
          <a:chExt cx="0" cy="0"/>
        </a:xfrm>
      </p:grpSpPr>
      <p:sp>
        <p:nvSpPr>
          <p:cNvPr id="1048632" name="Date Placeholder 1"/>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633" name="Footer Placeholder 2"/>
          <p:cNvSpPr>
            <a:spLocks noGrp="1"/>
          </p:cNvSpPr>
          <p:nvPr>
            <p:ph type="ftr" sz="quarter" idx="11"/>
          </p:nvPr>
        </p:nvSpPr>
        <p:spPr/>
        <p:txBody>
          <a:bodyPr/>
          <a:p>
            <a:endParaRPr altLang="en-US" lang="zh-CN"/>
          </a:p>
        </p:txBody>
      </p:sp>
      <p:sp>
        <p:nvSpPr>
          <p:cNvPr id="1048634" name="Slide Number Placeholder 3"/>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内容与标题">
    <p:spTree>
      <p:nvGrpSpPr>
        <p:cNvPr id="25" name=""/>
        <p:cNvGrpSpPr/>
        <p:nvPr/>
      </p:nvGrpSpPr>
      <p:grpSpPr>
        <a:xfrm>
          <a:off x="0" y="0"/>
          <a:ext cx="0" cy="0"/>
          <a:chOff x="0" y="0"/>
          <a:chExt cx="0" cy="0"/>
        </a:xfrm>
      </p:grpSpPr>
      <p:sp>
        <p:nvSpPr>
          <p:cNvPr id="1048635" name="Title 1"/>
          <p:cNvSpPr>
            <a:spLocks noGrp="1"/>
          </p:cNvSpPr>
          <p:nvPr>
            <p:ph type="title"/>
          </p:nvPr>
        </p:nvSpPr>
        <p:spPr>
          <a:xfrm>
            <a:off x="839788" y="457200"/>
            <a:ext cx="3932237" cy="1600200"/>
          </a:xfrm>
        </p:spPr>
        <p:txBody>
          <a:bodyPr anchor="b"/>
          <a:lstStyle>
            <a:lvl1pPr>
              <a:defRPr sz="3200"/>
            </a:lvl1pPr>
          </a:lstStyle>
          <a:p>
            <a:r>
              <a:rPr altLang="en-US" lang="zh-CN" smtClean="0"/>
              <a:t>单击此处编辑母版标题样式</a:t>
            </a:r>
            <a:endParaRPr dirty="0" lang="en-US"/>
          </a:p>
        </p:txBody>
      </p:sp>
      <p:sp>
        <p:nvSpPr>
          <p:cNvPr id="1048636"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637"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smtClean="0"/>
              <a:t>单击此处编辑母版文本样式</a:t>
            </a:r>
            <a:endParaRPr altLang="en-US" lang="zh-CN" smtClean="0"/>
          </a:p>
        </p:txBody>
      </p:sp>
      <p:sp>
        <p:nvSpPr>
          <p:cNvPr id="1048638" name="Date Placeholder 4"/>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639" name="Footer Placeholder 5"/>
          <p:cNvSpPr>
            <a:spLocks noGrp="1"/>
          </p:cNvSpPr>
          <p:nvPr>
            <p:ph type="ftr" sz="quarter" idx="11"/>
          </p:nvPr>
        </p:nvSpPr>
        <p:spPr/>
        <p:txBody>
          <a:bodyPr/>
          <a:p>
            <a:endParaRPr altLang="en-US" lang="zh-CN"/>
          </a:p>
        </p:txBody>
      </p:sp>
      <p:sp>
        <p:nvSpPr>
          <p:cNvPr id="1048640" name="Slide Number Placeholder 6"/>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图片与标题">
    <p:spTree>
      <p:nvGrpSpPr>
        <p:cNvPr id="19" name=""/>
        <p:cNvGrpSpPr/>
        <p:nvPr/>
      </p:nvGrpSpPr>
      <p:grpSpPr>
        <a:xfrm>
          <a:off x="0" y="0"/>
          <a:ext cx="0" cy="0"/>
          <a:chOff x="0" y="0"/>
          <a:chExt cx="0" cy="0"/>
        </a:xfrm>
      </p:grpSpPr>
      <p:sp>
        <p:nvSpPr>
          <p:cNvPr id="1048602" name="Title 1"/>
          <p:cNvSpPr>
            <a:spLocks noGrp="1"/>
          </p:cNvSpPr>
          <p:nvPr>
            <p:ph type="title"/>
          </p:nvPr>
        </p:nvSpPr>
        <p:spPr>
          <a:xfrm>
            <a:off x="839788" y="457200"/>
            <a:ext cx="3932237" cy="1600200"/>
          </a:xfrm>
        </p:spPr>
        <p:txBody>
          <a:bodyPr anchor="b"/>
          <a:lstStyle>
            <a:lvl1pPr>
              <a:defRPr sz="3200"/>
            </a:lvl1pPr>
          </a:lstStyle>
          <a:p>
            <a:r>
              <a:rPr altLang="en-US" lang="zh-CN" smtClean="0"/>
              <a:t>单击此处编辑母版标题样式</a:t>
            </a:r>
            <a:endParaRPr dirty="0" lang="en-US"/>
          </a:p>
        </p:txBody>
      </p:sp>
      <p:sp>
        <p:nvSpPr>
          <p:cNvPr id="1048603" name="Picture Placeholder 2"/>
          <p:cNvSpPr>
            <a:spLocks noChangeAspect="1" noGrp="1"/>
          </p:cNvSpPr>
          <p:nvPr>
            <p:ph type="pic" idx="1"/>
          </p:nvPr>
        </p:nvSpPr>
        <p:spPr>
          <a:xfrm>
            <a:off x="5183188" y="987426"/>
            <a:ext cx="617220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en-US" lang="zh-CN" smtClean="0"/>
              <a:t>单击图标添加图片</a:t>
            </a:r>
            <a:endParaRPr dirty="0" lang="en-US"/>
          </a:p>
        </p:txBody>
      </p:sp>
      <p:sp>
        <p:nvSpPr>
          <p:cNvPr id="1048604"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smtClean="0"/>
              <a:t>单击此处编辑母版文本样式</a:t>
            </a:r>
            <a:endParaRPr altLang="en-US" lang="zh-CN" smtClean="0"/>
          </a:p>
        </p:txBody>
      </p:sp>
      <p:sp>
        <p:nvSpPr>
          <p:cNvPr id="1048605" name="Date Placeholder 4"/>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606" name="Footer Placeholder 5"/>
          <p:cNvSpPr>
            <a:spLocks noGrp="1"/>
          </p:cNvSpPr>
          <p:nvPr>
            <p:ph type="ftr" sz="quarter" idx="11"/>
          </p:nvPr>
        </p:nvSpPr>
        <p:spPr/>
        <p:txBody>
          <a:bodyPr/>
          <a:p>
            <a:endParaRPr altLang="en-US" lang="zh-CN"/>
          </a:p>
        </p:txBody>
      </p:sp>
      <p:sp>
        <p:nvSpPr>
          <p:cNvPr id="1048607" name="Slide Number Placeholder 6"/>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标题和竖排文字">
    <p:spTree>
      <p:nvGrpSpPr>
        <p:cNvPr id="20" name=""/>
        <p:cNvGrpSpPr/>
        <p:nvPr/>
      </p:nvGrpSpPr>
      <p:grpSpPr>
        <a:xfrm>
          <a:off x="0" y="0"/>
          <a:ext cx="0" cy="0"/>
          <a:chOff x="0" y="0"/>
          <a:chExt cx="0" cy="0"/>
        </a:xfrm>
      </p:grpSpPr>
      <p:sp>
        <p:nvSpPr>
          <p:cNvPr id="1048608" name="Title 1"/>
          <p:cNvSpPr>
            <a:spLocks noGrp="1"/>
          </p:cNvSpPr>
          <p:nvPr>
            <p:ph type="title"/>
          </p:nvPr>
        </p:nvSpPr>
        <p:spPr/>
        <p:txBody>
          <a:bodyPr/>
          <a:p>
            <a:r>
              <a:rPr altLang="en-US" lang="zh-CN" smtClean="0"/>
              <a:t>单击此处编辑母版标题样式</a:t>
            </a:r>
            <a:endParaRPr dirty="0" lang="en-US"/>
          </a:p>
        </p:txBody>
      </p:sp>
      <p:sp>
        <p:nvSpPr>
          <p:cNvPr id="1048609" name="Vertical Text Placeholder 2"/>
          <p:cNvSpPr>
            <a:spLocks noGrp="1"/>
          </p:cNvSpPr>
          <p:nvPr>
            <p:ph type="body" orient="vert" idx="1"/>
          </p:nvPr>
        </p:nvSpPr>
        <p:spPr/>
        <p:txBody>
          <a:bodyPr vert="eaVert"/>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610" name="Date Placeholder 3"/>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611" name="Footer Placeholder 4"/>
          <p:cNvSpPr>
            <a:spLocks noGrp="1"/>
          </p:cNvSpPr>
          <p:nvPr>
            <p:ph type="ftr" sz="quarter" idx="11"/>
          </p:nvPr>
        </p:nvSpPr>
        <p:spPr/>
        <p:txBody>
          <a:bodyPr/>
          <a:p>
            <a:endParaRPr altLang="en-US" lang="zh-CN"/>
          </a:p>
        </p:txBody>
      </p:sp>
      <p:sp>
        <p:nvSpPr>
          <p:cNvPr id="1048612" name="Slide Number Placeholder 5"/>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垂直排列标题与 文本">
    <p:spTree>
      <p:nvGrpSpPr>
        <p:cNvPr id="17" name=""/>
        <p:cNvGrpSpPr/>
        <p:nvPr/>
      </p:nvGrpSpPr>
      <p:grpSpPr>
        <a:xfrm>
          <a:off x="0" y="0"/>
          <a:ext cx="0" cy="0"/>
          <a:chOff x="0" y="0"/>
          <a:chExt cx="0" cy="0"/>
        </a:xfrm>
      </p:grpSpPr>
      <p:sp>
        <p:nvSpPr>
          <p:cNvPr id="1048592" name="Vertical Title 1"/>
          <p:cNvSpPr>
            <a:spLocks noGrp="1"/>
          </p:cNvSpPr>
          <p:nvPr>
            <p:ph type="title" orient="vert"/>
          </p:nvPr>
        </p:nvSpPr>
        <p:spPr>
          <a:xfrm>
            <a:off x="8724900" y="365125"/>
            <a:ext cx="2628900" cy="5811838"/>
          </a:xfrm>
        </p:spPr>
        <p:txBody>
          <a:bodyPr vert="eaVert"/>
          <a:p>
            <a:r>
              <a:rPr altLang="en-US" lang="zh-CN" smtClean="0"/>
              <a:t>单击此处编辑母版标题样式</a:t>
            </a:r>
            <a:endParaRPr dirty="0" lang="en-US"/>
          </a:p>
        </p:txBody>
      </p:sp>
      <p:sp>
        <p:nvSpPr>
          <p:cNvPr id="1048593" name="Vertical Text Placeholder 2"/>
          <p:cNvSpPr>
            <a:spLocks noGrp="1"/>
          </p:cNvSpPr>
          <p:nvPr>
            <p:ph type="body" orient="vert" idx="1"/>
          </p:nvPr>
        </p:nvSpPr>
        <p:spPr>
          <a:xfrm>
            <a:off x="838200" y="365125"/>
            <a:ext cx="7734300" cy="5811838"/>
          </a:xfrm>
        </p:spPr>
        <p:txBody>
          <a:bodyPr vert="eaVert"/>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594" name="Date Placeholder 3"/>
          <p:cNvSpPr>
            <a:spLocks noGrp="1"/>
          </p:cNvSpPr>
          <p:nvPr>
            <p:ph type="dt" sz="half" idx="10"/>
          </p:nvPr>
        </p:nvSpPr>
        <p:spPr/>
        <p:txBody>
          <a:bodyPr/>
          <a:p>
            <a:fld id="{E335F522-6256-461E-A79F-4037A6D0C8F9}" type="datetimeFigureOut">
              <a:rPr altLang="en-US" lang="zh-CN" smtClean="0"/>
            </a:fld>
            <a:endParaRPr altLang="en-US" lang="zh-CN"/>
          </a:p>
        </p:txBody>
      </p:sp>
      <p:sp>
        <p:nvSpPr>
          <p:cNvPr id="1048595" name="Footer Placeholder 4"/>
          <p:cNvSpPr>
            <a:spLocks noGrp="1"/>
          </p:cNvSpPr>
          <p:nvPr>
            <p:ph type="ftr" sz="quarter" idx="11"/>
          </p:nvPr>
        </p:nvSpPr>
        <p:spPr/>
        <p:txBody>
          <a:bodyPr/>
          <a:p>
            <a:endParaRPr altLang="en-US" lang="zh-CN"/>
          </a:p>
        </p:txBody>
      </p:sp>
      <p:sp>
        <p:nvSpPr>
          <p:cNvPr id="1048596" name="Slide Number Placeholder 5"/>
          <p:cNvSpPr>
            <a:spLocks noGrp="1"/>
          </p:cNvSpPr>
          <p:nvPr>
            <p:ph type="sldNum" sz="quarter" idx="12"/>
          </p:nvPr>
        </p:nvSpPr>
        <p:spPr/>
        <p:txBody>
          <a:bodyPr/>
          <a:p>
            <a:fld id="{1C1A564D-84E6-4D0E-9D2B-1519760DAFCC}" type="slidenum">
              <a:rPr altLang="en-US" lang="zh-CN" smtClean="0"/>
            </a:fld>
            <a:endParaRPr altLang="en-US"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2" name=""/>
        <p:cNvGrpSpPr/>
        <p:nvPr/>
      </p:nvGrpSpPr>
      <p:grpSpPr>
        <a:xfrm>
          <a:off x="0" y="0"/>
          <a:ext cx="0" cy="0"/>
          <a:chOff x="0" y="0"/>
          <a:chExt cx="0" cy="0"/>
        </a:xfrm>
      </p:grpSpPr>
      <p:sp>
        <p:nvSpPr>
          <p:cNvPr id="1048576" name="Title Placeholder 1"/>
          <p:cNvSpPr>
            <a:spLocks noGrp="1"/>
          </p:cNvSpPr>
          <p:nvPr>
            <p:ph type="title"/>
          </p:nvPr>
        </p:nvSpPr>
        <p:spPr>
          <a:xfrm>
            <a:off x="838200" y="365126"/>
            <a:ext cx="10515600" cy="1325563"/>
          </a:xfrm>
          <a:prstGeom prst="rect"/>
        </p:spPr>
        <p:txBody>
          <a:bodyPr anchor="ctr" bIns="45720" lIns="91440" rIns="91440" rtlCol="0" tIns="45720" vert="horz">
            <a:normAutofit/>
          </a:bodyPr>
          <a:p>
            <a:r>
              <a:rPr altLang="en-US" lang="zh-CN" smtClean="0"/>
              <a:t>单击此处编辑母版标题样式</a:t>
            </a:r>
            <a:endParaRPr dirty="0" lang="en-US"/>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dirty="0" lang="en-US"/>
          </a:p>
        </p:txBody>
      </p:sp>
      <p:sp>
        <p:nvSpPr>
          <p:cNvPr id="1048578" name="Date Placeholder 3"/>
          <p:cNvSpPr>
            <a:spLocks noGrp="1"/>
          </p:cNvSpPr>
          <p:nvPr>
            <p:ph type="dt" sz="half" idx="2"/>
          </p:nvPr>
        </p:nvSpPr>
        <p:spPr>
          <a:xfrm>
            <a:off x="838200" y="6356351"/>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E335F522-6256-461E-A79F-4037A6D0C8F9}" type="datetimeFigureOut">
              <a:rPr altLang="en-US" lang="zh-CN" smtClean="0"/>
            </a:fld>
            <a:endParaRPr altLang="en-US" lang="zh-CN"/>
          </a:p>
        </p:txBody>
      </p:sp>
      <p:sp>
        <p:nvSpPr>
          <p:cNvPr id="1048579" name="Footer Placeholder 4"/>
          <p:cNvSpPr>
            <a:spLocks noGrp="1"/>
          </p:cNvSpPr>
          <p:nvPr>
            <p:ph type="ftr" sz="quarter" idx="3"/>
          </p:nvPr>
        </p:nvSpPr>
        <p:spPr>
          <a:xfrm>
            <a:off x="4038600" y="6356351"/>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Slide Number Placeholder 5"/>
          <p:cNvSpPr>
            <a:spLocks noGrp="1"/>
          </p:cNvSpPr>
          <p:nvPr>
            <p:ph type="sldNum" sz="quarter" idx="4"/>
          </p:nvPr>
        </p:nvSpPr>
        <p:spPr>
          <a:xfrm>
            <a:off x="8610600" y="6356351"/>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1C1A564D-84E6-4D0E-9D2B-1519760DAFCC}" type="slidenum">
              <a:rPr altLang="en-US" lang="zh-CN" smtClean="0"/>
            </a:fld>
            <a:endParaRPr altLang="en-US" lang="zh-C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customXml" Target="../ink/ink4.xml"/><Relationship Id="rId3" Type="http://schemas.openxmlformats.org/officeDocument/2006/relationships/customXml" Target="../ink/ink5.xml"/><Relationship Id="rId4" Type="http://schemas.openxmlformats.org/officeDocument/2006/relationships/customXml" Target="../ink/ink6.xml"/><Relationship Id="rId5" Type="http://schemas.openxmlformats.org/officeDocument/2006/relationships/customXml" Target="../ink/ink8.xml"/><Relationship Id="rId6" Type="http://schemas.openxmlformats.org/officeDocument/2006/relationships/customXml" Target="../ink/ink9.xml"/><Relationship Id="rId7" Type="http://schemas.openxmlformats.org/officeDocument/2006/relationships/customXml" Target="../ink/ink10.xml"/><Relationship Id="rId8" Type="http://schemas.openxmlformats.org/officeDocument/2006/relationships/customXml" Target="../ink/ink11.xml"/><Relationship Id="rId9" Type="http://schemas.openxmlformats.org/officeDocument/2006/relationships/customXml" Target="../ink/ink12.xml"/><Relationship Id="rId10" Type="http://schemas.openxmlformats.org/officeDocument/2006/relationships/customXml" Target="../ink/ink13.xml"/><Relationship Id="rId11" Type="http://schemas.openxmlformats.org/officeDocument/2006/relationships/customXml" Target="../ink/ink14.xml"/><Relationship Id="rId12" Type="http://schemas.openxmlformats.org/officeDocument/2006/relationships/customXml" Target="../ink/ink17.xml"/><Relationship Id="rId13" Type="http://schemas.openxmlformats.org/officeDocument/2006/relationships/customXml" Target="../ink/ink18.xml"/><Relationship Id="rId14" Type="http://schemas.openxmlformats.org/officeDocument/2006/relationships/customXml" Target="../ink/ink19.xml"/><Relationship Id="rId15" Type="http://schemas.openxmlformats.org/officeDocument/2006/relationships/customXml" Target="../ink/ink20.xml"/><Relationship Id="rId16" Type="http://schemas.openxmlformats.org/officeDocument/2006/relationships/customXml" Target="../ink/ink21.xml"/><Relationship Id="rId17" Type="http://schemas.openxmlformats.org/officeDocument/2006/relationships/customXml" Target="../ink/ink22.xml"/><Relationship Id="rId18" Type="http://schemas.openxmlformats.org/officeDocument/2006/relationships/customXml" Target="../ink/ink26.xml"/><Relationship Id="rId19" Type="http://schemas.openxmlformats.org/officeDocument/2006/relationships/customXml" Target="../ink/ink27.xml"/><Relationship Id="rId20" Type="http://schemas.openxmlformats.org/officeDocument/2006/relationships/customXml" Target="../ink/ink28.xml"/><Relationship Id="rId21" Type="http://schemas.openxmlformats.org/officeDocument/2006/relationships/customXml" Target="../ink/ink29.xml"/><Relationship Id="rId22" Type="http://schemas.openxmlformats.org/officeDocument/2006/relationships/customXml" Target="../ink/ink30.xml"/><Relationship Id="rId23" Type="http://schemas.openxmlformats.org/officeDocument/2006/relationships/customXml" Target="../ink/ink31.xml"/><Relationship Id="rId24" Type="http://schemas.openxmlformats.org/officeDocument/2006/relationships/customXml" Target="../ink/ink33.xml"/><Relationship Id="rId25" Type="http://schemas.openxmlformats.org/officeDocument/2006/relationships/customXml" Target="../ink/ink34.xml"/><Relationship Id="rId26" Type="http://schemas.openxmlformats.org/officeDocument/2006/relationships/customXml" Target="../ink/ink35.xml"/><Relationship Id="rId27" Type="http://schemas.openxmlformats.org/officeDocument/2006/relationships/customXml" Target="../ink/ink36.xml"/><Relationship Id="rId28"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customXml" Target="../ink/ink37.xml"/><Relationship Id="rId3" Type="http://schemas.openxmlformats.org/officeDocument/2006/relationships/customXml" Target="../ink/ink38.xml"/><Relationship Id="rId4" Type="http://schemas.openxmlformats.org/officeDocument/2006/relationships/customXml" Target="../ink/ink39.xml"/><Relationship Id="rId5" Type="http://schemas.openxmlformats.org/officeDocument/2006/relationships/customXml" Target="../ink/ink40.xml"/><Relationship Id="rId6" Type="http://schemas.openxmlformats.org/officeDocument/2006/relationships/customXml" Target="../ink/ink41.xml"/><Relationship Id="rId7" Type="http://schemas.openxmlformats.org/officeDocument/2006/relationships/customXml" Target="../ink/ink43.xml"/><Relationship Id="rId8" Type="http://schemas.openxmlformats.org/officeDocument/2006/relationships/customXml" Target="../ink/ink44.xml"/><Relationship Id="rId9" Type="http://schemas.openxmlformats.org/officeDocument/2006/relationships/customXml" Target="../ink/ink45.xml"/><Relationship Id="rId10" Type="http://schemas.openxmlformats.org/officeDocument/2006/relationships/customXml" Target="../ink/ink46.xml"/><Relationship Id="rId11" Type="http://schemas.openxmlformats.org/officeDocument/2006/relationships/customXml" Target="../ink/ink47.xml"/><Relationship Id="rId12" Type="http://schemas.openxmlformats.org/officeDocument/2006/relationships/customXml" Target="../ink/ink48.xml"/><Relationship Id="rId13" Type="http://schemas.openxmlformats.org/officeDocument/2006/relationships/customXml" Target="../ink/ink50.xml"/><Relationship Id="rId14" Type="http://schemas.openxmlformats.org/officeDocument/2006/relationships/customXml" Target="../ink/ink51.xml"/><Relationship Id="rId15" Type="http://schemas.openxmlformats.org/officeDocument/2006/relationships/customXml" Target="../ink/ink52.xml"/><Relationship Id="rId16" Type="http://schemas.openxmlformats.org/officeDocument/2006/relationships/customXml" Target="../ink/ink53.xml"/><Relationship Id="rId17" Type="http://schemas.openxmlformats.org/officeDocument/2006/relationships/customXml" Target="../ink/ink54.xml"/><Relationship Id="rId18" Type="http://schemas.openxmlformats.org/officeDocument/2006/relationships/customXml" Target="../ink/ink67.xml"/><Relationship Id="rId19" Type="http://schemas.openxmlformats.org/officeDocument/2006/relationships/customXml" Target="../ink/ink68.xml"/><Relationship Id="rId20" Type="http://schemas.openxmlformats.org/officeDocument/2006/relationships/customXml" Target="../ink/ink70.xml"/><Relationship Id="rId21" Type="http://schemas.openxmlformats.org/officeDocument/2006/relationships/customXml" Target="../ink/ink72.xml"/><Relationship Id="rId22" Type="http://schemas.openxmlformats.org/officeDocument/2006/relationships/customXml" Target="../ink/ink73.xml"/><Relationship Id="rId23" Type="http://schemas.openxmlformats.org/officeDocument/2006/relationships/customXml" Target="../ink/ink74.xml"/><Relationship Id="rId24" Type="http://schemas.openxmlformats.org/officeDocument/2006/relationships/customXml" Target="../ink/ink75.xml"/><Relationship Id="rId25" Type="http://schemas.openxmlformats.org/officeDocument/2006/relationships/customXml" Target="../ink/ink76.xml"/><Relationship Id="rId26" Type="http://schemas.openxmlformats.org/officeDocument/2006/relationships/customXml" Target="../ink/ink77.xml"/><Relationship Id="rId27" Type="http://schemas.openxmlformats.org/officeDocument/2006/relationships/customXml" Target="../ink/ink78.xml"/><Relationship Id="rId28" Type="http://schemas.openxmlformats.org/officeDocument/2006/relationships/customXml" Target="../ink/ink79.xml"/><Relationship Id="rId29" Type="http://schemas.openxmlformats.org/officeDocument/2006/relationships/customXml" Target="../ink/ink80.xml"/><Relationship Id="rId30" Type="http://schemas.openxmlformats.org/officeDocument/2006/relationships/customXml" Target="../ink/ink81.xml"/><Relationship Id="rId31" Type="http://schemas.openxmlformats.org/officeDocument/2006/relationships/customXml" Target="../ink/ink82.xml"/><Relationship Id="rId32" Type="http://schemas.openxmlformats.org/officeDocument/2006/relationships/customXml" Target="../ink/ink83.xml"/><Relationship Id="rId33" Type="http://schemas.openxmlformats.org/officeDocument/2006/relationships/customXml" Target="../ink/ink84.xml"/><Relationship Id="rId34" Type="http://schemas.openxmlformats.org/officeDocument/2006/relationships/customXml" Target="../ink/ink85.xml"/><Relationship Id="rId35" Type="http://schemas.openxmlformats.org/officeDocument/2006/relationships/customXml" Target="../ink/ink86.xml"/><Relationship Id="rId36" Type="http://schemas.openxmlformats.org/officeDocument/2006/relationships/customXml" Target="../ink/ink87.xml"/><Relationship Id="rId37" Type="http://schemas.openxmlformats.org/officeDocument/2006/relationships/customXml" Target="../ink/ink88.xml"/><Relationship Id="rId38" Type="http://schemas.openxmlformats.org/officeDocument/2006/relationships/customXml" Target="../ink/ink89.xml"/><Relationship Id="rId39" Type="http://schemas.openxmlformats.org/officeDocument/2006/relationships/customXml" Target="../ink/ink90.xml"/><Relationship Id="rId40" Type="http://schemas.openxmlformats.org/officeDocument/2006/relationships/customXml" Target="../ink/ink91.xml"/><Relationship Id="rId41" Type="http://schemas.openxmlformats.org/officeDocument/2006/relationships/customXml" Target="../ink/ink92.xml"/><Relationship Id="rId42" Type="http://schemas.openxmlformats.org/officeDocument/2006/relationships/customXml" Target="../ink/ink93.xml"/><Relationship Id="rId43" Type="http://schemas.openxmlformats.org/officeDocument/2006/relationships/customXml" Target="../ink/ink94.xml"/><Relationship Id="rId44" Type="http://schemas.openxmlformats.org/officeDocument/2006/relationships/customXml" Target="../ink/ink95.xml"/><Relationship Id="rId45" Type="http://schemas.openxmlformats.org/officeDocument/2006/relationships/customXml" Target="../ink/ink98.xml"/><Relationship Id="rId46" Type="http://schemas.openxmlformats.org/officeDocument/2006/relationships/customXml" Target="../ink/ink99.xml"/><Relationship Id="rId47" Type="http://schemas.openxmlformats.org/officeDocument/2006/relationships/customXml" Target="../ink/ink100.xml"/><Relationship Id="rId48" Type="http://schemas.openxmlformats.org/officeDocument/2006/relationships/customXml" Target="../ink/ink101.xml"/><Relationship Id="rId49" Type="http://schemas.openxmlformats.org/officeDocument/2006/relationships/customXml" Target="../ink/ink102.xml"/><Relationship Id="rId50" Type="http://schemas.openxmlformats.org/officeDocument/2006/relationships/customXml" Target="../ink/ink103.xml"/><Relationship Id="rId51" Type="http://schemas.openxmlformats.org/officeDocument/2006/relationships/customXml" Target="../ink/ink104.xml"/><Relationship Id="rId52" Type="http://schemas.openxmlformats.org/officeDocument/2006/relationships/customXml" Target="../ink/ink105.xml"/><Relationship Id="rId53" Type="http://schemas.openxmlformats.org/officeDocument/2006/relationships/customXml" Target="../ink/ink106.xml"/><Relationship Id="rId54" Type="http://schemas.openxmlformats.org/officeDocument/2006/relationships/customXml" Target="../ink/ink107.xml"/><Relationship Id="rId55" Type="http://schemas.openxmlformats.org/officeDocument/2006/relationships/customXml" Target="../ink/ink108.xml"/><Relationship Id="rId56" Type="http://schemas.openxmlformats.org/officeDocument/2006/relationships/customXml" Target="../ink/ink109.xml"/><Relationship Id="rId57" Type="http://schemas.openxmlformats.org/officeDocument/2006/relationships/customXml" Target="../ink/ink110.xml"/><Relationship Id="rId58" Type="http://schemas.openxmlformats.org/officeDocument/2006/relationships/customXml" Target="../ink/ink111.xml"/><Relationship Id="rId59"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customXml" Target="../ink/ink113.xml"/><Relationship Id="rId3" Type="http://schemas.openxmlformats.org/officeDocument/2006/relationships/customXml" Target="../ink/ink115.xml"/><Relationship Id="rId4" Type="http://schemas.openxmlformats.org/officeDocument/2006/relationships/customXml" Target="../ink/ink116.xml"/><Relationship Id="rId5" Type="http://schemas.openxmlformats.org/officeDocument/2006/relationships/customXml" Target="../ink/ink121.xml"/><Relationship Id="rId6" Type="http://schemas.openxmlformats.org/officeDocument/2006/relationships/customXml" Target="../ink/ink122.xml"/><Relationship Id="rId7" Type="http://schemas.openxmlformats.org/officeDocument/2006/relationships/customXml" Target="../ink/ink123.xml"/><Relationship Id="rId8" Type="http://schemas.openxmlformats.org/officeDocument/2006/relationships/customXml" Target="../ink/ink124.xml"/><Relationship Id="rId9" Type="http://schemas.openxmlformats.org/officeDocument/2006/relationships/customXml" Target="../ink/ink125.xml"/><Relationship Id="rId10" Type="http://schemas.openxmlformats.org/officeDocument/2006/relationships/customXml" Target="../ink/ink126.xml"/><Relationship Id="rId11" Type="http://schemas.openxmlformats.org/officeDocument/2006/relationships/customXml" Target="../ink/ink127.xml"/><Relationship Id="rId12" Type="http://schemas.openxmlformats.org/officeDocument/2006/relationships/customXml" Target="../ink/ink128.xml"/><Relationship Id="rId13" Type="http://schemas.openxmlformats.org/officeDocument/2006/relationships/customXml" Target="../ink/ink129.xml"/><Relationship Id="rId14" Type="http://schemas.openxmlformats.org/officeDocument/2006/relationships/customXml" Target="../ink/ink130.xml"/><Relationship Id="rId15" Type="http://schemas.openxmlformats.org/officeDocument/2006/relationships/customXml" Target="../ink/ink131.xml"/><Relationship Id="rId16" Type="http://schemas.openxmlformats.org/officeDocument/2006/relationships/customXml" Target="../ink/ink132.xml"/><Relationship Id="rId17" Type="http://schemas.openxmlformats.org/officeDocument/2006/relationships/customXml" Target="../ink/ink133.xml"/><Relationship Id="rId18" Type="http://schemas.openxmlformats.org/officeDocument/2006/relationships/customXml" Target="../ink/ink134.xml"/><Relationship Id="rId19" Type="http://schemas.openxmlformats.org/officeDocument/2006/relationships/customXml" Target="../ink/ink135.xml"/><Relationship Id="rId20" Type="http://schemas.openxmlformats.org/officeDocument/2006/relationships/customXml" Target="../ink/ink136.xml"/><Relationship Id="rId21" Type="http://schemas.openxmlformats.org/officeDocument/2006/relationships/customXml" Target="../ink/ink137.xml"/><Relationship Id="rId22" Type="http://schemas.openxmlformats.org/officeDocument/2006/relationships/customXml" Target="../ink/ink138.xml"/><Relationship Id="rId23" Type="http://schemas.openxmlformats.org/officeDocument/2006/relationships/customXml" Target="../ink/ink139.xml"/><Relationship Id="rId24" Type="http://schemas.openxmlformats.org/officeDocument/2006/relationships/customXml" Target="../ink/ink140.xml"/><Relationship Id="rId25" Type="http://schemas.openxmlformats.org/officeDocument/2006/relationships/customXml" Target="../ink/ink141.xml"/><Relationship Id="rId26" Type="http://schemas.openxmlformats.org/officeDocument/2006/relationships/customXml" Target="../ink/ink142.xml"/><Relationship Id="rId27" Type="http://schemas.openxmlformats.org/officeDocument/2006/relationships/customXml" Target="../ink/ink143.xml"/><Relationship Id="rId28" Type="http://schemas.openxmlformats.org/officeDocument/2006/relationships/customXml" Target="../ink/ink144.xml"/><Relationship Id="rId29" Type="http://schemas.openxmlformats.org/officeDocument/2006/relationships/customXml" Target="../ink/ink145.xml"/><Relationship Id="rId30" Type="http://schemas.openxmlformats.org/officeDocument/2006/relationships/customXml" Target="../ink/ink146.xml"/><Relationship Id="rId31" Type="http://schemas.openxmlformats.org/officeDocument/2006/relationships/customXml" Target="../ink/ink147.xml"/><Relationship Id="rId32" Type="http://schemas.openxmlformats.org/officeDocument/2006/relationships/customXml" Target="../ink/ink148.xml"/><Relationship Id="rId33" Type="http://schemas.openxmlformats.org/officeDocument/2006/relationships/customXml" Target="../ink/ink149.xml"/><Relationship Id="rId34" Type="http://schemas.openxmlformats.org/officeDocument/2006/relationships/customXml" Target="../ink/ink150.xml"/><Relationship Id="rId35" Type="http://schemas.openxmlformats.org/officeDocument/2006/relationships/customXml" Target="../ink/ink153.xml"/><Relationship Id="rId36" Type="http://schemas.openxmlformats.org/officeDocument/2006/relationships/customXml" Target="../ink/ink154.xml"/><Relationship Id="rId37" Type="http://schemas.openxmlformats.org/officeDocument/2006/relationships/customXml" Target="../ink/ink155.xml"/><Relationship Id="rId38" Type="http://schemas.openxmlformats.org/officeDocument/2006/relationships/customXml" Target="../ink/ink156.xml"/><Relationship Id="rId39" Type="http://schemas.openxmlformats.org/officeDocument/2006/relationships/customXml" Target="../ink/ink157.xml"/><Relationship Id="rId40" Type="http://schemas.openxmlformats.org/officeDocument/2006/relationships/customXml" Target="../ink/ink158.xml"/><Relationship Id="rId41" Type="http://schemas.openxmlformats.org/officeDocument/2006/relationships/customXml" Target="../ink/ink160.xml"/><Relationship Id="rId42" Type="http://schemas.openxmlformats.org/officeDocument/2006/relationships/customXml" Target="../ink/ink161.xml"/><Relationship Id="rId43" Type="http://schemas.openxmlformats.org/officeDocument/2006/relationships/customXml" Target="../ink/ink162.xml"/><Relationship Id="rId44" Type="http://schemas.openxmlformats.org/officeDocument/2006/relationships/customXml" Target="../ink/ink163.xml"/><Relationship Id="rId45" Type="http://schemas.openxmlformats.org/officeDocument/2006/relationships/customXml" Target="../ink/ink164.xml"/><Relationship Id="rId46" Type="http://schemas.openxmlformats.org/officeDocument/2006/relationships/customXml" Target="../ink/ink166.xml"/><Relationship Id="rId47" Type="http://schemas.openxmlformats.org/officeDocument/2006/relationships/customXml" Target="../ink/ink171.xml"/><Relationship Id="rId48" Type="http://schemas.openxmlformats.org/officeDocument/2006/relationships/customXml" Target="../ink/ink172.xml"/><Relationship Id="rId49" Type="http://schemas.openxmlformats.org/officeDocument/2006/relationships/customXml" Target="../ink/ink173.xml"/><Relationship Id="rId50" Type="http://schemas.openxmlformats.org/officeDocument/2006/relationships/customXml" Target="../ink/ink174.xml"/><Relationship Id="rId51" Type="http://schemas.openxmlformats.org/officeDocument/2006/relationships/customXml" Target="../ink/ink175.xml"/><Relationship Id="rId52" Type="http://schemas.openxmlformats.org/officeDocument/2006/relationships/customXml" Target="../ink/ink176.xml"/><Relationship Id="rId53" Type="http://schemas.openxmlformats.org/officeDocument/2006/relationships/customXml" Target="../ink/ink177.xml"/><Relationship Id="rId54" Type="http://schemas.openxmlformats.org/officeDocument/2006/relationships/customXml" Target="../ink/ink178.xml"/><Relationship Id="rId55"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5" name=""/>
        <p:cNvGrpSpPr/>
        <p:nvPr/>
      </p:nvGrpSpPr>
      <p:grpSpPr>
        <a:xfrm>
          <a:off x="0" y="0"/>
          <a:ext cx="0" cy="0"/>
          <a:chOff x="0" y="0"/>
          <a:chExt cx="0" cy="0"/>
        </a:xfrm>
      </p:grpSpPr>
      <p:sp>
        <p:nvSpPr>
          <p:cNvPr id="1048586" name="标题 1"/>
          <p:cNvSpPr>
            <a:spLocks noGrp="1"/>
          </p:cNvSpPr>
          <p:nvPr>
            <p:ph type="ctrTitle"/>
          </p:nvPr>
        </p:nvSpPr>
        <p:spPr/>
        <p:txBody>
          <a:bodyPr/>
          <a:p>
            <a:r>
              <a:rPr altLang="zh-CN" lang="zh-CN"/>
              <a:t>试</a:t>
            </a:r>
            <a:r>
              <a:rPr altLang="zh-CN" lang="zh-CN"/>
              <a:t>题</a:t>
            </a:r>
            <a:r>
              <a:rPr altLang="zh-CN" lang="en-US"/>
              <a:t>2</a:t>
            </a:r>
            <a:r>
              <a:rPr altLang="zh-CN" lang="en-US"/>
              <a:t>0</a:t>
            </a:r>
            <a:r>
              <a:rPr altLang="zh-CN" lang="en-US"/>
              <a:t>~</a:t>
            </a:r>
            <a:r>
              <a:rPr altLang="zh-CN" lang="en-US"/>
              <a:t>2</a:t>
            </a:r>
            <a:r>
              <a:rPr altLang="zh-CN" lang="en-US"/>
              <a:t>2</a:t>
            </a:r>
            <a:endParaRPr altLang="en-US" lang="zh-CN"/>
          </a:p>
        </p:txBody>
      </p:sp>
      <p:sp>
        <p:nvSpPr>
          <p:cNvPr id="1048587" name="副标题 2"/>
          <p:cNvSpPr>
            <a:spLocks noGrp="1"/>
          </p:cNvSpPr>
          <p:nvPr>
            <p:ph type="subTitle" idx="1"/>
          </p:nvPr>
        </p:nvSpPr>
        <p:spPr/>
        <p:txBody>
          <a:bodyPr/>
          <a:p>
            <a:endParaRPr altLang="en-US" 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pic>
        <p:nvPicPr>
          <p:cNvPr id="2097152" name=""/>
          <p:cNvPicPr>
            <a:picLocks/>
          </p:cNvPicPr>
          <p:nvPr/>
        </p:nvPicPr>
        <p:blipFill>
          <a:blip xmlns:r="http://schemas.openxmlformats.org/officeDocument/2006/relationships" r:embed="rId1"/>
          <a:stretch>
            <a:fillRect/>
          </a:stretch>
        </p:blipFill>
        <p:spPr>
          <a:xfrm rot="0">
            <a:off x="3285636" y="0"/>
            <a:ext cx="5620727" cy="6858000"/>
          </a:xfrm>
          <a:prstGeom prst="rect"/>
        </p:spPr>
      </p:pic>
      <mc:AlternateContent xmlns:mc="http://schemas.openxmlformats.org/markup-compatibility/2006">
        <mc:Choice xmlns:p14="http://schemas.microsoft.com/office/powerpoint/2010/main" Requires="p14">
          <p:contentPart p14:bwMode="auto" r:id="rId2">
            <p14:nvContentPartPr>
              <p14:cNvPr id="1048649" name=""/>
              <p14:cNvContentPartPr/>
              <p14:nvPr/>
            </p14:nvContentPartPr>
            <p14:xfrm>
              <a:off x="3726621" y="1901475"/>
              <a:ext cx="0" cy="0"/>
            </p14:xfrm>
          </p:contentPart>
        </mc:Choice>
        <mc:Fallback>
          <p:sp>
            <p:nvSpPr>
              <p:cNvPr id="1048649" name=""/>
              <p:cNvSpPr/>
              <p:nvPr/>
            </p:nvSpPr>
            <p:spPr>
              <a:xfrm>
                <a:off x="3726621" y="1901475"/>
                <a:ext cx="0" cy="0"/>
              </a:xfrm>
            </p:spPr>
          </p:sp>
        </mc:Fallback>
      </mc:AlternateContent>
      <mc:AlternateContent xmlns:mc="http://schemas.openxmlformats.org/markup-compatibility/2006">
        <mc:Choice xmlns:p14="http://schemas.microsoft.com/office/powerpoint/2010/main" Requires="p14">
          <p:contentPart p14:bwMode="auto" r:id="rId3">
            <p14:nvContentPartPr>
              <p14:cNvPr id="1048650" name=""/>
              <p14:cNvContentPartPr/>
              <p14:nvPr/>
            </p14:nvContentPartPr>
            <p14:xfrm>
              <a:off x="4462689" y="2637334"/>
              <a:ext cx="0" cy="0"/>
            </p14:xfrm>
          </p:contentPart>
        </mc:Choice>
        <mc:Fallback>
          <p:sp>
            <p:nvSpPr>
              <p:cNvPr id="1048650" name=""/>
              <p:cNvSpPr/>
              <p:nvPr/>
            </p:nvSpPr>
            <p:spPr>
              <a:xfrm>
                <a:off x="4462689" y="2637334"/>
                <a:ext cx="0" cy="0"/>
              </a:xfrm>
            </p:spPr>
          </p:sp>
        </mc:Fallback>
      </mc:AlternateContent>
      <mc:AlternateContent xmlns:mc="http://schemas.openxmlformats.org/markup-compatibility/2006">
        <mc:Choice xmlns:p14="http://schemas.microsoft.com/office/powerpoint/2010/main" Requires="p14">
          <p:contentPart p14:bwMode="auto" r:id="rId4">
            <p14:nvContentPartPr>
              <p14:cNvPr id="1048651" name=""/>
              <p14:cNvContentPartPr/>
              <p14:nvPr/>
            </p14:nvContentPartPr>
            <p14:xfrm>
              <a:off x="4596445" y="2532592"/>
              <a:ext cx="0" cy="0"/>
            </p14:xfrm>
          </p:contentPart>
        </mc:Choice>
        <mc:Fallback>
          <p:sp>
            <p:nvSpPr>
              <p:cNvPr id="1048651" name=""/>
              <p:cNvSpPr/>
              <p:nvPr/>
            </p:nvSpPr>
            <p:spPr>
              <a:xfrm>
                <a:off x="4596445" y="2532592"/>
                <a:ext cx="0" cy="0"/>
              </a:xfrm>
            </p:spPr>
          </p:sp>
        </mc:Fallback>
      </mc:AlternateContent>
      <mc:AlternateContent xmlns:mc="http://schemas.openxmlformats.org/markup-compatibility/2006">
        <mc:Choice xmlns:p14="http://schemas.microsoft.com/office/powerpoint/2010/main" Requires="p14">
          <p:contentPart p14:bwMode="auto" r:id="rId5">
            <p14:nvContentPartPr>
              <p14:cNvPr id="1048653" name=""/>
              <p14:cNvContentPartPr/>
              <p14:nvPr/>
            </p14:nvContentPartPr>
            <p14:xfrm>
              <a:off x="5838104" y="4984658"/>
              <a:ext cx="0" cy="0"/>
            </p14:xfrm>
          </p:contentPart>
        </mc:Choice>
        <mc:Fallback>
          <p:sp>
            <p:nvSpPr>
              <p:cNvPr id="1048653" name=""/>
              <p:cNvSpPr/>
              <p:nvPr/>
            </p:nvSpPr>
            <p:spPr>
              <a:xfrm>
                <a:off x="5838104" y="4984658"/>
                <a:ext cx="0" cy="0"/>
              </a:xfrm>
            </p:spPr>
          </p:sp>
        </mc:Fallback>
      </mc:AlternateContent>
      <mc:AlternateContent xmlns:mc="http://schemas.openxmlformats.org/markup-compatibility/2006">
        <mc:Choice xmlns:p14="http://schemas.microsoft.com/office/powerpoint/2010/main" Requires="p14">
          <p:contentPart p14:bwMode="auto" r:id="rId6">
            <p14:nvContentPartPr>
              <p14:cNvPr id="1048654" name=""/>
              <p14:cNvContentPartPr/>
              <p14:nvPr/>
            </p14:nvContentPartPr>
            <p14:xfrm>
              <a:off x="4509287" y="4661509"/>
              <a:ext cx="1340041" cy="602040"/>
            </p14:xfrm>
          </p:contentPart>
        </mc:Choice>
        <mc:Fallback>
          <p:sp>
            <p:nvSpPr>
              <p:cNvPr id="1048654" name=""/>
              <p:cNvSpPr/>
              <p:nvPr/>
            </p:nvSpPr>
            <p:spPr>
              <a:xfrm>
                <a:off x="4509287" y="4661509"/>
                <a:ext cx="1340041" cy="602040"/>
              </a:xfrm>
            </p:spPr>
          </p:sp>
        </mc:Fallback>
      </mc:AlternateContent>
      <mc:AlternateContent xmlns:mc="http://schemas.openxmlformats.org/markup-compatibility/2006">
        <mc:Choice xmlns:p14="http://schemas.microsoft.com/office/powerpoint/2010/main" Requires="p14">
          <p:contentPart p14:bwMode="auto" r:id="rId7">
            <p14:nvContentPartPr>
              <p14:cNvPr id="1048655" name=""/>
              <p14:cNvContentPartPr/>
              <p14:nvPr/>
            </p14:nvContentPartPr>
            <p14:xfrm>
              <a:off x="5785672" y="3309984"/>
              <a:ext cx="207140" cy="47747"/>
            </p14:xfrm>
          </p:contentPart>
        </mc:Choice>
        <mc:Fallback>
          <p:sp>
            <p:nvSpPr>
              <p:cNvPr id="1048655" name=""/>
              <p:cNvSpPr/>
              <p:nvPr/>
            </p:nvSpPr>
            <p:spPr>
              <a:xfrm>
                <a:off x="5785672" y="3309984"/>
                <a:ext cx="207140" cy="47747"/>
              </a:xfrm>
            </p:spPr>
          </p:sp>
        </mc:Fallback>
      </mc:AlternateContent>
      <mc:AlternateContent xmlns:mc="http://schemas.openxmlformats.org/markup-compatibility/2006">
        <mc:Choice xmlns:p14="http://schemas.microsoft.com/office/powerpoint/2010/main" Requires="p14">
          <p:contentPart p14:bwMode="auto" r:id="rId8">
            <p14:nvContentPartPr>
              <p14:cNvPr id="1048656" name=""/>
              <p14:cNvContentPartPr/>
              <p14:nvPr/>
            </p14:nvContentPartPr>
            <p14:xfrm>
              <a:off x="5576924" y="3432455"/>
              <a:ext cx="407401" cy="1440196"/>
            </p14:xfrm>
          </p:contentPart>
        </mc:Choice>
        <mc:Fallback>
          <p:sp>
            <p:nvSpPr>
              <p:cNvPr id="1048656" name=""/>
              <p:cNvSpPr/>
              <p:nvPr/>
            </p:nvSpPr>
            <p:spPr>
              <a:xfrm>
                <a:off x="5576924" y="3432455"/>
                <a:ext cx="407401" cy="1440196"/>
              </a:xfrm>
            </p:spPr>
          </p:sp>
        </mc:Fallback>
      </mc:AlternateContent>
      <mc:AlternateContent xmlns:mc="http://schemas.openxmlformats.org/markup-compatibility/2006">
        <mc:Choice xmlns:p14="http://schemas.microsoft.com/office/powerpoint/2010/main" Requires="p14">
          <p:contentPart p14:bwMode="auto" r:id="rId9">
            <p14:nvContentPartPr>
              <p14:cNvPr id="1048657" name=""/>
              <p14:cNvContentPartPr/>
              <p14:nvPr/>
            </p14:nvContentPartPr>
            <p14:xfrm>
              <a:off x="5705839" y="3454511"/>
              <a:ext cx="196424" cy="276485"/>
            </p14:xfrm>
          </p:contentPart>
        </mc:Choice>
        <mc:Fallback>
          <p:sp>
            <p:nvSpPr>
              <p:cNvPr id="1048657" name=""/>
              <p:cNvSpPr/>
              <p:nvPr/>
            </p:nvSpPr>
            <p:spPr>
              <a:xfrm>
                <a:off x="5705839" y="3454511"/>
                <a:ext cx="196424" cy="276485"/>
              </a:xfrm>
            </p:spPr>
          </p:sp>
        </mc:Fallback>
      </mc:AlternateContent>
      <mc:AlternateContent xmlns:mc="http://schemas.openxmlformats.org/markup-compatibility/2006">
        <mc:Choice xmlns:p14="http://schemas.microsoft.com/office/powerpoint/2010/main" Requires="p14">
          <p:contentPart p14:bwMode="auto" r:id="rId10">
            <p14:nvContentPartPr>
              <p14:cNvPr id="1048658" name=""/>
              <p14:cNvContentPartPr/>
              <p14:nvPr/>
            </p14:nvContentPartPr>
            <p14:xfrm>
              <a:off x="5863690" y="3508403"/>
              <a:ext cx="256898" cy="72701"/>
            </p14:xfrm>
          </p:contentPart>
        </mc:Choice>
        <mc:Fallback>
          <p:sp>
            <p:nvSpPr>
              <p:cNvPr id="1048658" name=""/>
              <p:cNvSpPr/>
              <p:nvPr/>
            </p:nvSpPr>
            <p:spPr>
              <a:xfrm>
                <a:off x="5863690" y="3508403"/>
                <a:ext cx="256898" cy="72701"/>
              </a:xfrm>
            </p:spPr>
          </p:sp>
        </mc:Fallback>
      </mc:AlternateContent>
      <mc:AlternateContent xmlns:mc="http://schemas.openxmlformats.org/markup-compatibility/2006">
        <mc:Choice xmlns:p14="http://schemas.microsoft.com/office/powerpoint/2010/main" Requires="p14">
          <p:contentPart p14:bwMode="auto" r:id="rId11">
            <p14:nvContentPartPr>
              <p14:cNvPr id="1048659" name=""/>
              <p14:cNvContentPartPr/>
              <p14:nvPr/>
            </p14:nvContentPartPr>
            <p14:xfrm>
              <a:off x="4560051" y="5124058"/>
              <a:ext cx="1734181" cy="516675"/>
            </p14:xfrm>
          </p:contentPart>
        </mc:Choice>
        <mc:Fallback>
          <p:sp>
            <p:nvSpPr>
              <p:cNvPr id="1048659" name=""/>
              <p:cNvSpPr/>
              <p:nvPr/>
            </p:nvSpPr>
            <p:spPr>
              <a:xfrm>
                <a:off x="4560051" y="5124058"/>
                <a:ext cx="1734181" cy="516675"/>
              </a:xfrm>
            </p:spPr>
          </p:sp>
        </mc:Fallback>
      </mc:AlternateContent>
      <mc:AlternateContent xmlns:mc="http://schemas.openxmlformats.org/markup-compatibility/2006">
        <mc:Choice xmlns:p14="http://schemas.microsoft.com/office/powerpoint/2010/main" Requires="p14">
          <p:contentPart p14:bwMode="auto" r:id="rId12">
            <p14:nvContentPartPr>
              <p14:cNvPr id="1048662" name=""/>
              <p14:cNvContentPartPr/>
              <p14:nvPr/>
            </p14:nvContentPartPr>
            <p14:xfrm>
              <a:off x="6214610" y="3317345"/>
              <a:ext cx="361396" cy="1969464"/>
            </p14:xfrm>
          </p:contentPart>
        </mc:Choice>
        <mc:Fallback>
          <p:sp>
            <p:nvSpPr>
              <p:cNvPr id="1048662" name=""/>
              <p:cNvSpPr/>
              <p:nvPr/>
            </p:nvSpPr>
            <p:spPr>
              <a:xfrm>
                <a:off x="6214610" y="3317345"/>
                <a:ext cx="361396" cy="1969464"/>
              </a:xfrm>
            </p:spPr>
          </p:sp>
        </mc:Fallback>
      </mc:AlternateContent>
      <mc:AlternateContent xmlns:mc="http://schemas.openxmlformats.org/markup-compatibility/2006">
        <mc:Choice xmlns:p14="http://schemas.microsoft.com/office/powerpoint/2010/main" Requires="p14">
          <p:contentPart p14:bwMode="auto" r:id="rId13">
            <p14:nvContentPartPr>
              <p14:cNvPr id="1048663" name=""/>
              <p14:cNvContentPartPr/>
              <p14:nvPr/>
            </p14:nvContentPartPr>
            <p14:xfrm>
              <a:off x="6150173" y="3363525"/>
              <a:ext cx="76908" cy="187907"/>
            </p14:xfrm>
          </p:contentPart>
        </mc:Choice>
        <mc:Fallback>
          <p:sp>
            <p:nvSpPr>
              <p:cNvPr id="1048663" name=""/>
              <p:cNvSpPr/>
              <p:nvPr/>
            </p:nvSpPr>
            <p:spPr>
              <a:xfrm>
                <a:off x="6150173" y="3363525"/>
                <a:ext cx="76908" cy="187907"/>
              </a:xfrm>
            </p:spPr>
          </p:sp>
        </mc:Fallback>
      </mc:AlternateContent>
      <mc:AlternateContent xmlns:mc="http://schemas.openxmlformats.org/markup-compatibility/2006">
        <mc:Choice xmlns:p14="http://schemas.microsoft.com/office/powerpoint/2010/main" Requires="p14">
          <p:contentPart p14:bwMode="auto" r:id="rId14">
            <p14:nvContentPartPr>
              <p14:cNvPr id="1048664" name=""/>
              <p14:cNvContentPartPr/>
              <p14:nvPr/>
            </p14:nvContentPartPr>
            <p14:xfrm>
              <a:off x="6244360" y="3376823"/>
              <a:ext cx="224430" cy="195372"/>
            </p14:xfrm>
          </p:contentPart>
        </mc:Choice>
        <mc:Fallback>
          <p:sp>
            <p:nvSpPr>
              <p:cNvPr id="1048664" name=""/>
              <p:cNvSpPr/>
              <p:nvPr/>
            </p:nvSpPr>
            <p:spPr>
              <a:xfrm>
                <a:off x="6244360" y="3376823"/>
                <a:ext cx="224430" cy="195372"/>
              </a:xfrm>
            </p:spPr>
          </p:sp>
        </mc:Fallback>
      </mc:AlternateContent>
      <mc:AlternateContent xmlns:mc="http://schemas.openxmlformats.org/markup-compatibility/2006">
        <mc:Choice xmlns:p14="http://schemas.microsoft.com/office/powerpoint/2010/main" Requires="p14">
          <p:contentPart p14:bwMode="auto" r:id="rId15">
            <p14:nvContentPartPr>
              <p14:cNvPr id="1048665" name=""/>
              <p14:cNvContentPartPr/>
              <p14:nvPr/>
            </p14:nvContentPartPr>
            <p14:xfrm>
              <a:off x="6059523" y="3321813"/>
              <a:ext cx="254685" cy="27365"/>
            </p14:xfrm>
          </p:contentPart>
        </mc:Choice>
        <mc:Fallback>
          <p:sp>
            <p:nvSpPr>
              <p:cNvPr id="1048665" name=""/>
              <p:cNvSpPr/>
              <p:nvPr/>
            </p:nvSpPr>
            <p:spPr>
              <a:xfrm>
                <a:off x="6059523" y="3321813"/>
                <a:ext cx="254685" cy="27365"/>
              </a:xfrm>
            </p:spPr>
          </p:sp>
        </mc:Fallback>
      </mc:AlternateContent>
      <mc:AlternateContent xmlns:mc="http://schemas.openxmlformats.org/markup-compatibility/2006">
        <mc:Choice xmlns:p14="http://schemas.microsoft.com/office/powerpoint/2010/main" Requires="p14">
          <p:contentPart p14:bwMode="auto" r:id="rId16">
            <p14:nvContentPartPr>
              <p14:cNvPr id="1048666" name=""/>
              <p14:cNvContentPartPr/>
              <p14:nvPr/>
            </p14:nvContentPartPr>
            <p14:xfrm>
              <a:off x="4559521" y="5421382"/>
              <a:ext cx="2185486" cy="571514"/>
            </p14:xfrm>
          </p:contentPart>
        </mc:Choice>
        <mc:Fallback>
          <p:sp>
            <p:nvSpPr>
              <p:cNvPr id="1048666" name=""/>
              <p:cNvSpPr/>
              <p:nvPr/>
            </p:nvSpPr>
            <p:spPr>
              <a:xfrm>
                <a:off x="4559521" y="5421382"/>
                <a:ext cx="2185486" cy="571514"/>
              </a:xfrm>
            </p:spPr>
          </p:sp>
        </mc:Fallback>
      </mc:AlternateContent>
      <mc:AlternateContent xmlns:mc="http://schemas.openxmlformats.org/markup-compatibility/2006">
        <mc:Choice xmlns:p14="http://schemas.microsoft.com/office/powerpoint/2010/main" Requires="p14">
          <p:contentPart p14:bwMode="auto" r:id="rId17">
            <p14:nvContentPartPr>
              <p14:cNvPr id="1048667" name=""/>
              <p14:cNvContentPartPr/>
              <p14:nvPr/>
            </p14:nvContentPartPr>
            <p14:xfrm>
              <a:off x="5246086" y="3801858"/>
              <a:ext cx="1502549" cy="1699641"/>
            </p14:xfrm>
          </p:contentPart>
        </mc:Choice>
        <mc:Fallback>
          <p:sp>
            <p:nvSpPr>
              <p:cNvPr id="1048667" name=""/>
              <p:cNvSpPr/>
              <p:nvPr/>
            </p:nvSpPr>
            <p:spPr>
              <a:xfrm>
                <a:off x="5246086" y="3801858"/>
                <a:ext cx="1502549" cy="1699641"/>
              </a:xfrm>
            </p:spPr>
          </p:sp>
        </mc:Fallback>
      </mc:AlternateContent>
      <mc:AlternateContent xmlns:mc="http://schemas.openxmlformats.org/markup-compatibility/2006">
        <mc:Choice xmlns:p14="http://schemas.microsoft.com/office/powerpoint/2010/main" Requires="p14">
          <p:contentPart p14:bwMode="auto" r:id="rId18">
            <p14:nvContentPartPr>
              <p14:cNvPr id="1048671" name=""/>
              <p14:cNvContentPartPr/>
              <p14:nvPr/>
            </p14:nvContentPartPr>
            <p14:xfrm>
              <a:off x="5148084" y="3682467"/>
              <a:ext cx="226731" cy="6222"/>
            </p14:xfrm>
          </p:contentPart>
        </mc:Choice>
        <mc:Fallback>
          <p:sp>
            <p:nvSpPr>
              <p:cNvPr id="1048671" name=""/>
              <p:cNvSpPr/>
              <p:nvPr/>
            </p:nvSpPr>
            <p:spPr>
              <a:xfrm>
                <a:off x="5148084" y="3682467"/>
                <a:ext cx="226731" cy="6222"/>
              </a:xfrm>
            </p:spPr>
          </p:sp>
        </mc:Fallback>
      </mc:AlternateContent>
      <mc:AlternateContent xmlns:mc="http://schemas.openxmlformats.org/markup-compatibility/2006">
        <mc:Choice xmlns:p14="http://schemas.microsoft.com/office/powerpoint/2010/main" Requires="p14">
          <p:contentPart p14:bwMode="auto" r:id="rId19">
            <p14:nvContentPartPr>
              <p14:cNvPr id="1048672" name=""/>
              <p14:cNvContentPartPr/>
              <p14:nvPr/>
            </p14:nvContentPartPr>
            <p14:xfrm>
              <a:off x="5216473" y="3840146"/>
              <a:ext cx="32667" cy="194272"/>
            </p14:xfrm>
          </p:contentPart>
        </mc:Choice>
        <mc:Fallback>
          <p:sp>
            <p:nvSpPr>
              <p:cNvPr id="1048672" name=""/>
              <p:cNvSpPr/>
              <p:nvPr/>
            </p:nvSpPr>
            <p:spPr>
              <a:xfrm>
                <a:off x="5216473" y="3840146"/>
                <a:ext cx="32667" cy="194272"/>
              </a:xfrm>
            </p:spPr>
          </p:sp>
        </mc:Fallback>
      </mc:AlternateContent>
      <mc:AlternateContent xmlns:mc="http://schemas.openxmlformats.org/markup-compatibility/2006">
        <mc:Choice xmlns:p14="http://schemas.microsoft.com/office/powerpoint/2010/main" Requires="p14">
          <p:contentPart p14:bwMode="auto" r:id="rId20">
            <p14:nvContentPartPr>
              <p14:cNvPr id="1048673" name=""/>
              <p14:cNvContentPartPr/>
              <p14:nvPr/>
            </p14:nvContentPartPr>
            <p14:xfrm>
              <a:off x="5271132" y="3830671"/>
              <a:ext cx="265572" cy="26271"/>
            </p14:xfrm>
          </p:contentPart>
        </mc:Choice>
        <mc:Fallback>
          <p:sp>
            <p:nvSpPr>
              <p:cNvPr id="1048673" name=""/>
              <p:cNvSpPr/>
              <p:nvPr/>
            </p:nvSpPr>
            <p:spPr>
              <a:xfrm>
                <a:off x="5271132" y="3830671"/>
                <a:ext cx="265572" cy="26271"/>
              </a:xfrm>
            </p:spPr>
          </p:sp>
        </mc:Fallback>
      </mc:AlternateContent>
      <mc:AlternateContent xmlns:mc="http://schemas.openxmlformats.org/markup-compatibility/2006">
        <mc:Choice xmlns:p14="http://schemas.microsoft.com/office/powerpoint/2010/main" Requires="p14">
          <p:contentPart p14:bwMode="auto" r:id="rId21">
            <p14:nvContentPartPr>
              <p14:cNvPr id="1048674" name=""/>
              <p14:cNvContentPartPr/>
              <p14:nvPr/>
            </p14:nvContentPartPr>
            <p14:xfrm>
              <a:off x="4770906" y="2986113"/>
              <a:ext cx="0" cy="0"/>
            </p14:xfrm>
          </p:contentPart>
        </mc:Choice>
        <mc:Fallback>
          <p:sp>
            <p:nvSpPr>
              <p:cNvPr id="1048674" name=""/>
              <p:cNvSpPr/>
              <p:nvPr/>
            </p:nvSpPr>
            <p:spPr>
              <a:xfrm>
                <a:off x="4770906" y="2986113"/>
                <a:ext cx="0" cy="0"/>
              </a:xfrm>
            </p:spPr>
          </p:sp>
        </mc:Fallback>
      </mc:AlternateContent>
      <mc:AlternateContent xmlns:mc="http://schemas.openxmlformats.org/markup-compatibility/2006">
        <mc:Choice xmlns:p14="http://schemas.microsoft.com/office/powerpoint/2010/main" Requires="p14">
          <p:contentPart p14:bwMode="auto" r:id="rId22">
            <p14:nvContentPartPr>
              <p14:cNvPr id="1048675" name=""/>
              <p14:cNvContentPartPr/>
              <p14:nvPr/>
            </p14:nvContentPartPr>
            <p14:xfrm>
              <a:off x="4551616" y="5763074"/>
              <a:ext cx="1175548" cy="617255"/>
            </p14:xfrm>
          </p:contentPart>
        </mc:Choice>
        <mc:Fallback>
          <p:sp>
            <p:nvSpPr>
              <p:cNvPr id="1048675" name=""/>
              <p:cNvSpPr/>
              <p:nvPr/>
            </p:nvSpPr>
            <p:spPr>
              <a:xfrm>
                <a:off x="4551616" y="5763074"/>
                <a:ext cx="1175548" cy="617255"/>
              </a:xfrm>
            </p:spPr>
          </p:sp>
        </mc:Fallback>
      </mc:AlternateContent>
      <mc:AlternateContent xmlns:mc="http://schemas.openxmlformats.org/markup-compatibility/2006">
        <mc:Choice xmlns:p14="http://schemas.microsoft.com/office/powerpoint/2010/main" Requires="p14">
          <p:contentPart p14:bwMode="auto" r:id="rId23">
            <p14:nvContentPartPr>
              <p14:cNvPr id="1048676" name=""/>
              <p14:cNvContentPartPr/>
              <p14:nvPr/>
            </p14:nvContentPartPr>
            <p14:xfrm>
              <a:off x="5683642" y="3101006"/>
              <a:ext cx="1793811" cy="3121175"/>
            </p14:xfrm>
          </p:contentPart>
        </mc:Choice>
        <mc:Fallback>
          <p:sp>
            <p:nvSpPr>
              <p:cNvPr id="1048676" name=""/>
              <p:cNvSpPr/>
              <p:nvPr/>
            </p:nvSpPr>
            <p:spPr>
              <a:xfrm>
                <a:off x="5683642" y="3101006"/>
                <a:ext cx="1793811" cy="3121175"/>
              </a:xfrm>
            </p:spPr>
          </p:sp>
        </mc:Fallback>
      </mc:AlternateContent>
      <mc:AlternateContent xmlns:mc="http://schemas.openxmlformats.org/markup-compatibility/2006">
        <mc:Choice xmlns:p14="http://schemas.microsoft.com/office/powerpoint/2010/main" Requires="p14">
          <p:contentPart p14:bwMode="auto" r:id="rId24">
            <p14:nvContentPartPr>
              <p14:cNvPr id="1048678" name=""/>
              <p14:cNvContentPartPr/>
              <p14:nvPr/>
            </p14:nvContentPartPr>
            <p14:xfrm>
              <a:off x="6558923" y="2206761"/>
              <a:ext cx="0" cy="0"/>
            </p14:xfrm>
          </p:contentPart>
        </mc:Choice>
        <mc:Fallback>
          <p:sp>
            <p:nvSpPr>
              <p:cNvPr id="1048678" name=""/>
              <p:cNvSpPr/>
              <p:nvPr/>
            </p:nvSpPr>
            <p:spPr>
              <a:xfrm>
                <a:off x="6558923" y="2206761"/>
                <a:ext cx="0" cy="0"/>
              </a:xfrm>
            </p:spPr>
          </p:sp>
        </mc:Fallback>
      </mc:AlternateContent>
      <mc:AlternateContent xmlns:mc="http://schemas.openxmlformats.org/markup-compatibility/2006">
        <mc:Choice xmlns:p14="http://schemas.microsoft.com/office/powerpoint/2010/main" Requires="p14">
          <p:contentPart p14:bwMode="auto" r:id="rId25">
            <p14:nvContentPartPr>
              <p14:cNvPr id="1048679" name=""/>
              <p14:cNvContentPartPr/>
              <p14:nvPr/>
            </p14:nvContentPartPr>
            <p14:xfrm>
              <a:off x="6018400" y="2973202"/>
              <a:ext cx="351582" cy="76563"/>
            </p14:xfrm>
          </p:contentPart>
        </mc:Choice>
        <mc:Fallback>
          <p:sp>
            <p:nvSpPr>
              <p:cNvPr id="1048679" name=""/>
              <p:cNvSpPr/>
              <p:nvPr/>
            </p:nvSpPr>
            <p:spPr>
              <a:xfrm>
                <a:off x="6018400" y="2973202"/>
                <a:ext cx="351582" cy="76563"/>
              </a:xfrm>
            </p:spPr>
          </p:sp>
        </mc:Fallback>
      </mc:AlternateContent>
      <mc:AlternateContent xmlns:mc="http://schemas.openxmlformats.org/markup-compatibility/2006">
        <mc:Choice xmlns:p14="http://schemas.microsoft.com/office/powerpoint/2010/main" Requires="p14">
          <p:contentPart p14:bwMode="auto" r:id="rId26">
            <p14:nvContentPartPr>
              <p14:cNvPr id="1048680" name=""/>
              <p14:cNvContentPartPr/>
              <p14:nvPr/>
            </p14:nvContentPartPr>
            <p14:xfrm>
              <a:off x="6339593" y="3068115"/>
              <a:ext cx="16664" cy="175605"/>
            </p14:xfrm>
          </p:contentPart>
        </mc:Choice>
        <mc:Fallback>
          <p:sp>
            <p:nvSpPr>
              <p:cNvPr id="1048680" name=""/>
              <p:cNvSpPr/>
              <p:nvPr/>
            </p:nvSpPr>
            <p:spPr>
              <a:xfrm>
                <a:off x="6339593" y="3068115"/>
                <a:ext cx="16664" cy="175605"/>
              </a:xfrm>
            </p:spPr>
          </p:sp>
        </mc:Fallback>
      </mc:AlternateContent>
      <mc:AlternateContent xmlns:mc="http://schemas.openxmlformats.org/markup-compatibility/2006">
        <mc:Choice xmlns:p14="http://schemas.microsoft.com/office/powerpoint/2010/main" Requires="p14">
          <p:contentPart p14:bwMode="auto" r:id="rId27">
            <p14:nvContentPartPr>
              <p14:cNvPr id="1048681" name=""/>
              <p14:cNvContentPartPr/>
              <p14:nvPr/>
            </p14:nvContentPartPr>
            <p14:xfrm>
              <a:off x="6334531" y="2952948"/>
              <a:ext cx="453306" cy="110345"/>
            </p14:xfrm>
          </p:contentPart>
        </mc:Choice>
        <mc:Fallback>
          <p:sp>
            <p:nvSpPr>
              <p:cNvPr id="1048681" name=""/>
              <p:cNvSpPr/>
              <p:nvPr/>
            </p:nvSpPr>
            <p:spPr>
              <a:xfrm>
                <a:off x="6334531" y="2952948"/>
                <a:ext cx="453306" cy="110345"/>
              </a:xfrm>
            </p:spPr>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pic>
        <p:nvPicPr>
          <p:cNvPr id="2097153" name=""/>
          <p:cNvPicPr>
            <a:picLocks/>
          </p:cNvPicPr>
          <p:nvPr/>
        </p:nvPicPr>
        <p:blipFill>
          <a:blip xmlns:r="http://schemas.openxmlformats.org/officeDocument/2006/relationships" r:embed="rId1"/>
          <a:stretch>
            <a:fillRect/>
          </a:stretch>
        </p:blipFill>
        <p:spPr>
          <a:xfrm rot="0">
            <a:off x="4015232" y="0"/>
            <a:ext cx="4161535" cy="6858000"/>
          </a:xfrm>
          <a:prstGeom prst="rect"/>
        </p:spPr>
      </p:pic>
      <mc:AlternateContent xmlns:mc="http://schemas.openxmlformats.org/markup-compatibility/2006">
        <mc:Choice xmlns:p14="http://schemas.microsoft.com/office/powerpoint/2010/main" Requires="p14">
          <p:contentPart p14:bwMode="auto" r:id="rId2">
            <p14:nvContentPartPr>
              <p14:cNvPr id="1048682" name=""/>
              <p14:cNvContentPartPr/>
              <p14:nvPr/>
            </p14:nvContentPartPr>
            <p14:xfrm>
              <a:off x="4940209" y="2684216"/>
              <a:ext cx="0" cy="0"/>
            </p14:xfrm>
          </p:contentPart>
        </mc:Choice>
        <mc:Fallback>
          <p:sp>
            <p:nvSpPr>
              <p:cNvPr id="1048682" name=""/>
              <p:cNvSpPr/>
              <p:nvPr/>
            </p:nvSpPr>
            <p:spPr>
              <a:xfrm>
                <a:off x="4940209" y="2684216"/>
                <a:ext cx="0" cy="0"/>
              </a:xfrm>
            </p:spPr>
          </p:sp>
        </mc:Fallback>
      </mc:AlternateContent>
      <mc:AlternateContent xmlns:mc="http://schemas.openxmlformats.org/markup-compatibility/2006">
        <mc:Choice xmlns:p14="http://schemas.microsoft.com/office/powerpoint/2010/main" Requires="p14">
          <p:contentPart p14:bwMode="auto" r:id="rId3">
            <p14:nvContentPartPr>
              <p14:cNvPr id="1048683" name=""/>
              <p14:cNvContentPartPr/>
              <p14:nvPr/>
            </p14:nvContentPartPr>
            <p14:xfrm>
              <a:off x="6339281" y="5202499"/>
              <a:ext cx="0" cy="0"/>
            </p14:xfrm>
          </p:contentPart>
        </mc:Choice>
        <mc:Fallback>
          <p:sp>
            <p:nvSpPr>
              <p:cNvPr id="1048683" name=""/>
              <p:cNvSpPr/>
              <p:nvPr/>
            </p:nvSpPr>
            <p:spPr>
              <a:xfrm>
                <a:off x="6339281" y="5202499"/>
                <a:ext cx="0" cy="0"/>
              </a:xfrm>
            </p:spPr>
          </p:sp>
        </mc:Fallback>
      </mc:AlternateContent>
      <mc:AlternateContent xmlns:mc="http://schemas.openxmlformats.org/markup-compatibility/2006">
        <mc:Choice xmlns:p14="http://schemas.microsoft.com/office/powerpoint/2010/main" Requires="p14">
          <p:contentPart p14:bwMode="auto" r:id="rId4">
            <p14:nvContentPartPr>
              <p14:cNvPr id="1048684" name=""/>
              <p14:cNvContentPartPr/>
              <p14:nvPr/>
            </p14:nvContentPartPr>
            <p14:xfrm>
              <a:off x="6547893" y="5536745"/>
              <a:ext cx="0" cy="0"/>
            </p14:xfrm>
          </p:contentPart>
        </mc:Choice>
        <mc:Fallback>
          <p:sp>
            <p:nvSpPr>
              <p:cNvPr id="1048684" name=""/>
              <p:cNvSpPr/>
              <p:nvPr/>
            </p:nvSpPr>
            <p:spPr>
              <a:xfrm>
                <a:off x="6547893" y="5536745"/>
                <a:ext cx="0" cy="0"/>
              </a:xfrm>
            </p:spPr>
          </p:sp>
        </mc:Fallback>
      </mc:AlternateContent>
      <mc:AlternateContent xmlns:mc="http://schemas.openxmlformats.org/markup-compatibility/2006">
        <mc:Choice xmlns:p14="http://schemas.microsoft.com/office/powerpoint/2010/main" Requires="p14">
          <p:contentPart p14:bwMode="auto" r:id="rId5">
            <p14:nvContentPartPr>
              <p14:cNvPr id="1048685" name=""/>
              <p14:cNvContentPartPr/>
              <p14:nvPr/>
            </p14:nvContentPartPr>
            <p14:xfrm>
              <a:off x="4828914" y="2583739"/>
              <a:ext cx="0" cy="0"/>
            </p14:xfrm>
          </p:contentPart>
        </mc:Choice>
        <mc:Fallback>
          <p:sp>
            <p:nvSpPr>
              <p:cNvPr id="1048685" name=""/>
              <p:cNvSpPr/>
              <p:nvPr/>
            </p:nvSpPr>
            <p:spPr>
              <a:xfrm>
                <a:off x="4828914" y="2583739"/>
                <a:ext cx="0" cy="0"/>
              </a:xfrm>
            </p:spPr>
          </p:sp>
        </mc:Fallback>
      </mc:AlternateContent>
      <mc:AlternateContent xmlns:mc="http://schemas.openxmlformats.org/markup-compatibility/2006">
        <mc:Choice xmlns:p14="http://schemas.microsoft.com/office/powerpoint/2010/main" Requires="p14">
          <p:contentPart p14:bwMode="auto" r:id="rId6">
            <p14:nvContentPartPr>
              <p14:cNvPr id="1048686" name=""/>
              <p14:cNvContentPartPr/>
              <p14:nvPr/>
            </p14:nvContentPartPr>
            <p14:xfrm>
              <a:off x="5833415" y="5817940"/>
              <a:ext cx="0" cy="0"/>
            </p14:xfrm>
          </p:contentPart>
        </mc:Choice>
        <mc:Fallback>
          <p:sp>
            <p:nvSpPr>
              <p:cNvPr id="1048686" name=""/>
              <p:cNvSpPr/>
              <p:nvPr/>
            </p:nvSpPr>
            <p:spPr>
              <a:xfrm>
                <a:off x="5833415" y="5817940"/>
                <a:ext cx="0" cy="0"/>
              </a:xfrm>
            </p:spPr>
          </p:sp>
        </mc:Fallback>
      </mc:AlternateContent>
      <mc:AlternateContent xmlns:mc="http://schemas.openxmlformats.org/markup-compatibility/2006">
        <mc:Choice xmlns:p14="http://schemas.microsoft.com/office/powerpoint/2010/main" Requires="p14">
          <p:contentPart p14:bwMode="auto" r:id="rId7">
            <p14:nvContentPartPr>
              <p14:cNvPr id="1048688" name=""/>
              <p14:cNvContentPartPr/>
              <p14:nvPr/>
            </p14:nvContentPartPr>
            <p14:xfrm>
              <a:off x="4877673" y="3013894"/>
              <a:ext cx="0" cy="0"/>
            </p14:xfrm>
          </p:contentPart>
        </mc:Choice>
        <mc:Fallback>
          <p:sp>
            <p:nvSpPr>
              <p:cNvPr id="1048688" name=""/>
              <p:cNvSpPr/>
              <p:nvPr/>
            </p:nvSpPr>
            <p:spPr>
              <a:xfrm>
                <a:off x="4877673" y="3013894"/>
                <a:ext cx="0" cy="0"/>
              </a:xfrm>
            </p:spPr>
          </p:sp>
        </mc:Fallback>
      </mc:AlternateContent>
      <mc:AlternateContent xmlns:mc="http://schemas.openxmlformats.org/markup-compatibility/2006">
        <mc:Choice xmlns:p14="http://schemas.microsoft.com/office/powerpoint/2010/main" Requires="p14">
          <p:contentPart p14:bwMode="auto" r:id="rId8">
            <p14:nvContentPartPr>
              <p14:cNvPr id="1048689" name=""/>
              <p14:cNvContentPartPr/>
              <p14:nvPr/>
            </p14:nvContentPartPr>
            <p14:xfrm>
              <a:off x="5063867" y="3631776"/>
              <a:ext cx="0" cy="0"/>
            </p14:xfrm>
          </p:contentPart>
        </mc:Choice>
        <mc:Fallback>
          <p:sp>
            <p:nvSpPr>
              <p:cNvPr id="1048689" name=""/>
              <p:cNvSpPr/>
              <p:nvPr/>
            </p:nvSpPr>
            <p:spPr>
              <a:xfrm>
                <a:off x="5063867" y="3631776"/>
                <a:ext cx="0" cy="0"/>
              </a:xfrm>
            </p:spPr>
          </p:sp>
        </mc:Fallback>
      </mc:AlternateContent>
      <mc:AlternateContent xmlns:mc="http://schemas.openxmlformats.org/markup-compatibility/2006">
        <mc:Choice xmlns:p14="http://schemas.microsoft.com/office/powerpoint/2010/main" Requires="p14">
          <p:contentPart p14:bwMode="auto" r:id="rId9">
            <p14:nvContentPartPr>
              <p14:cNvPr id="1048690" name=""/>
              <p14:cNvContentPartPr/>
              <p14:nvPr/>
            </p14:nvContentPartPr>
            <p14:xfrm>
              <a:off x="5315141" y="6063724"/>
              <a:ext cx="0" cy="0"/>
            </p14:xfrm>
          </p:contentPart>
        </mc:Choice>
        <mc:Fallback>
          <p:sp>
            <p:nvSpPr>
              <p:cNvPr id="1048690" name=""/>
              <p:cNvSpPr/>
              <p:nvPr/>
            </p:nvSpPr>
            <p:spPr>
              <a:xfrm>
                <a:off x="5315141" y="6063724"/>
                <a:ext cx="0" cy="0"/>
              </a:xfrm>
            </p:spPr>
          </p:sp>
        </mc:Fallback>
      </mc:AlternateContent>
      <mc:AlternateContent xmlns:mc="http://schemas.openxmlformats.org/markup-compatibility/2006">
        <mc:Choice xmlns:p14="http://schemas.microsoft.com/office/powerpoint/2010/main" Requires="p14">
          <p:contentPart p14:bwMode="auto" r:id="rId10">
            <p14:nvContentPartPr>
              <p14:cNvPr id="1048691" name=""/>
              <p14:cNvContentPartPr/>
              <p14:nvPr/>
            </p14:nvContentPartPr>
            <p14:xfrm>
              <a:off x="4981482" y="4772421"/>
              <a:ext cx="0" cy="0"/>
            </p14:xfrm>
          </p:contentPart>
        </mc:Choice>
        <mc:Fallback>
          <p:sp>
            <p:nvSpPr>
              <p:cNvPr id="1048691" name=""/>
              <p:cNvSpPr/>
              <p:nvPr/>
            </p:nvSpPr>
            <p:spPr>
              <a:xfrm>
                <a:off x="4981482" y="4772421"/>
                <a:ext cx="0" cy="0"/>
              </a:xfrm>
            </p:spPr>
          </p:sp>
        </mc:Fallback>
      </mc:AlternateContent>
      <mc:AlternateContent xmlns:mc="http://schemas.openxmlformats.org/markup-compatibility/2006">
        <mc:Choice xmlns:p14="http://schemas.microsoft.com/office/powerpoint/2010/main" Requires="p14">
          <p:contentPart p14:bwMode="auto" r:id="rId11">
            <p14:nvContentPartPr>
              <p14:cNvPr id="1048692" name=""/>
              <p14:cNvContentPartPr/>
              <p14:nvPr/>
            </p14:nvContentPartPr>
            <p14:xfrm>
              <a:off x="4603350" y="6613236"/>
              <a:ext cx="226462" cy="305616"/>
            </p14:xfrm>
          </p:contentPart>
        </mc:Choice>
        <mc:Fallback>
          <p:sp>
            <p:nvSpPr>
              <p:cNvPr id="1048692" name=""/>
              <p:cNvSpPr/>
              <p:nvPr/>
            </p:nvSpPr>
            <p:spPr>
              <a:xfrm>
                <a:off x="4603350" y="6613236"/>
                <a:ext cx="226462" cy="305616"/>
              </a:xfrm>
            </p:spPr>
          </p:sp>
        </mc:Fallback>
      </mc:AlternateContent>
      <mc:AlternateContent xmlns:mc="http://schemas.openxmlformats.org/markup-compatibility/2006">
        <mc:Choice xmlns:p14="http://schemas.microsoft.com/office/powerpoint/2010/main" Requires="p14">
          <p:contentPart p14:bwMode="auto" r:id="rId12">
            <p14:nvContentPartPr>
              <p14:cNvPr id="1048693" name=""/>
              <p14:cNvContentPartPr/>
              <p14:nvPr/>
            </p14:nvContentPartPr>
            <p14:xfrm>
              <a:off x="5501286" y="6576961"/>
              <a:ext cx="150987" cy="37245"/>
            </p14:xfrm>
          </p:contentPart>
        </mc:Choice>
        <mc:Fallback>
          <p:sp>
            <p:nvSpPr>
              <p:cNvPr id="1048693" name=""/>
              <p:cNvSpPr/>
              <p:nvPr/>
            </p:nvSpPr>
            <p:spPr>
              <a:xfrm>
                <a:off x="5501286" y="6576961"/>
                <a:ext cx="150987" cy="37245"/>
              </a:xfrm>
            </p:spPr>
          </p:sp>
        </mc:Fallback>
      </mc:AlternateContent>
      <mc:AlternateContent xmlns:mc="http://schemas.openxmlformats.org/markup-compatibility/2006">
        <mc:Choice xmlns:p14="http://schemas.microsoft.com/office/powerpoint/2010/main" Requires="p14">
          <p:contentPart p14:bwMode="auto" r:id="rId13">
            <p14:nvContentPartPr>
              <p14:cNvPr id="1048695" name=""/>
              <p14:cNvContentPartPr/>
              <p14:nvPr/>
            </p14:nvContentPartPr>
            <p14:xfrm>
              <a:off x="5296364" y="6494159"/>
              <a:ext cx="413900" cy="359716"/>
            </p14:xfrm>
          </p:contentPart>
        </mc:Choice>
        <mc:Fallback>
          <p:sp>
            <p:nvSpPr>
              <p:cNvPr id="1048695" name=""/>
              <p:cNvSpPr/>
              <p:nvPr/>
            </p:nvSpPr>
            <p:spPr>
              <a:xfrm>
                <a:off x="5296364" y="6494159"/>
                <a:ext cx="413900" cy="359716"/>
              </a:xfrm>
            </p:spPr>
          </p:sp>
        </mc:Fallback>
      </mc:AlternateContent>
      <mc:AlternateContent xmlns:mc="http://schemas.openxmlformats.org/markup-compatibility/2006">
        <mc:Choice xmlns:p14="http://schemas.microsoft.com/office/powerpoint/2010/main" Requires="p14">
          <p:contentPart p14:bwMode="auto" r:id="rId14">
            <p14:nvContentPartPr>
              <p14:cNvPr id="1048696" name=""/>
              <p14:cNvContentPartPr/>
              <p14:nvPr/>
            </p14:nvContentPartPr>
            <p14:xfrm>
              <a:off x="4760902" y="4087271"/>
              <a:ext cx="0" cy="0"/>
            </p14:xfrm>
          </p:contentPart>
        </mc:Choice>
        <mc:Fallback>
          <p:sp>
            <p:nvSpPr>
              <p:cNvPr id="1048696" name=""/>
              <p:cNvSpPr/>
              <p:nvPr/>
            </p:nvSpPr>
            <p:spPr>
              <a:xfrm>
                <a:off x="4760902" y="4087271"/>
                <a:ext cx="0" cy="0"/>
              </a:xfrm>
            </p:spPr>
          </p:sp>
        </mc:Fallback>
      </mc:AlternateContent>
      <mc:AlternateContent xmlns:mc="http://schemas.openxmlformats.org/markup-compatibility/2006">
        <mc:Choice xmlns:p14="http://schemas.microsoft.com/office/powerpoint/2010/main" Requires="p14">
          <p:contentPart p14:bwMode="auto" r:id="rId15">
            <p14:nvContentPartPr>
              <p14:cNvPr id="1048697" name=""/>
              <p14:cNvContentPartPr/>
              <p14:nvPr/>
            </p14:nvContentPartPr>
            <p14:xfrm>
              <a:off x="3670032" y="1808511"/>
              <a:ext cx="0" cy="0"/>
            </p14:xfrm>
          </p:contentPart>
        </mc:Choice>
        <mc:Fallback>
          <p:sp>
            <p:nvSpPr>
              <p:cNvPr id="1048697" name=""/>
              <p:cNvSpPr/>
              <p:nvPr/>
            </p:nvSpPr>
            <p:spPr>
              <a:xfrm>
                <a:off x="3670032" y="1808511"/>
                <a:ext cx="0" cy="0"/>
              </a:xfrm>
            </p:spPr>
          </p:sp>
        </mc:Fallback>
      </mc:AlternateContent>
      <mc:AlternateContent xmlns:mc="http://schemas.openxmlformats.org/markup-compatibility/2006">
        <mc:Choice xmlns:p14="http://schemas.microsoft.com/office/powerpoint/2010/main" Requires="p14">
          <p:contentPart p14:bwMode="auto" r:id="rId16">
            <p14:nvContentPartPr>
              <p14:cNvPr id="1048698" name=""/>
              <p14:cNvContentPartPr/>
              <p14:nvPr/>
            </p14:nvContentPartPr>
            <p14:xfrm>
              <a:off x="6122681" y="1788666"/>
              <a:ext cx="0" cy="0"/>
            </p14:xfrm>
          </p:contentPart>
        </mc:Choice>
        <mc:Fallback>
          <p:sp>
            <p:nvSpPr>
              <p:cNvPr id="1048698" name=""/>
              <p:cNvSpPr/>
              <p:nvPr/>
            </p:nvSpPr>
            <p:spPr>
              <a:xfrm>
                <a:off x="6122681" y="1788666"/>
                <a:ext cx="0" cy="0"/>
              </a:xfrm>
            </p:spPr>
          </p:sp>
        </mc:Fallback>
      </mc:AlternateContent>
      <mc:AlternateContent xmlns:mc="http://schemas.openxmlformats.org/markup-compatibility/2006">
        <mc:Choice xmlns:p14="http://schemas.microsoft.com/office/powerpoint/2010/main" Requires="p14">
          <p:contentPart p14:bwMode="auto" r:id="rId17">
            <p14:nvContentPartPr>
              <p14:cNvPr id="1048699" name=""/>
              <p14:cNvContentPartPr/>
              <p14:nvPr/>
            </p14:nvContentPartPr>
            <p14:xfrm>
              <a:off x="4187778" y="1879450"/>
              <a:ext cx="0" cy="0"/>
            </p14:xfrm>
          </p:contentPart>
        </mc:Choice>
        <mc:Fallback>
          <p:sp>
            <p:nvSpPr>
              <p:cNvPr id="1048699" name=""/>
              <p:cNvSpPr/>
              <p:nvPr/>
            </p:nvSpPr>
            <p:spPr>
              <a:xfrm>
                <a:off x="4187778" y="1879450"/>
                <a:ext cx="0" cy="0"/>
              </a:xfrm>
            </p:spPr>
          </p:sp>
        </mc:Fallback>
      </mc:AlternateContent>
      <mc:AlternateContent xmlns:mc="http://schemas.openxmlformats.org/markup-compatibility/2006">
        <mc:Choice xmlns:p14="http://schemas.microsoft.com/office/powerpoint/2010/main" Requires="p14">
          <p:contentPart p14:bwMode="auto" r:id="rId18">
            <p14:nvContentPartPr>
              <p14:cNvPr id="1048712" name=""/>
              <p14:cNvContentPartPr/>
              <p14:nvPr/>
            </p14:nvContentPartPr>
            <p14:xfrm>
              <a:off x="5445577" y="1135616"/>
              <a:ext cx="0" cy="0"/>
            </p14:xfrm>
          </p:contentPart>
        </mc:Choice>
        <mc:Fallback>
          <p:sp>
            <p:nvSpPr>
              <p:cNvPr id="1048712" name=""/>
              <p:cNvSpPr/>
              <p:nvPr/>
            </p:nvSpPr>
            <p:spPr>
              <a:xfrm>
                <a:off x="5445577" y="1135616"/>
                <a:ext cx="0" cy="0"/>
              </a:xfrm>
            </p:spPr>
          </p:sp>
        </mc:Fallback>
      </mc:AlternateContent>
      <mc:AlternateContent xmlns:mc="http://schemas.openxmlformats.org/markup-compatibility/2006">
        <mc:Choice xmlns:p14="http://schemas.microsoft.com/office/powerpoint/2010/main" Requires="p14">
          <p:contentPart p14:bwMode="auto" r:id="rId19">
            <p14:nvContentPartPr>
              <p14:cNvPr id="1048713" name=""/>
              <p14:cNvContentPartPr/>
              <p14:nvPr/>
            </p14:nvContentPartPr>
            <p14:xfrm>
              <a:off x="4862568" y="1006933"/>
              <a:ext cx="11643" cy="27233"/>
            </p14:xfrm>
          </p:contentPart>
        </mc:Choice>
        <mc:Fallback>
          <p:sp>
            <p:nvSpPr>
              <p:cNvPr id="1048713" name=""/>
              <p:cNvSpPr/>
              <p:nvPr/>
            </p:nvSpPr>
            <p:spPr>
              <a:xfrm>
                <a:off x="4862568" y="1006933"/>
                <a:ext cx="11643" cy="27233"/>
              </a:xfrm>
            </p:spPr>
          </p:sp>
        </mc:Fallback>
      </mc:AlternateContent>
      <mc:AlternateContent xmlns:mc="http://schemas.openxmlformats.org/markup-compatibility/2006">
        <mc:Choice xmlns:p14="http://schemas.microsoft.com/office/powerpoint/2010/main" Requires="p14">
          <p:contentPart p14:bwMode="auto" r:id="rId20">
            <p14:nvContentPartPr>
              <p14:cNvPr id="1048715" name=""/>
              <p14:cNvContentPartPr/>
              <p14:nvPr/>
            </p14:nvContentPartPr>
            <p14:xfrm>
              <a:off x="4917172" y="1413420"/>
              <a:ext cx="0" cy="0"/>
            </p14:xfrm>
          </p:contentPart>
        </mc:Choice>
        <mc:Fallback>
          <p:sp>
            <p:nvSpPr>
              <p:cNvPr id="1048715" name=""/>
              <p:cNvSpPr/>
              <p:nvPr/>
            </p:nvSpPr>
            <p:spPr>
              <a:xfrm>
                <a:off x="4917172" y="1413420"/>
                <a:ext cx="0" cy="0"/>
              </a:xfrm>
            </p:spPr>
          </p:sp>
        </mc:Fallback>
      </mc:AlternateContent>
      <mc:AlternateContent xmlns:mc="http://schemas.openxmlformats.org/markup-compatibility/2006">
        <mc:Choice xmlns:p14="http://schemas.microsoft.com/office/powerpoint/2010/main" Requires="p14">
          <p:contentPart p14:bwMode="auto" r:id="rId21">
            <p14:nvContentPartPr>
              <p14:cNvPr id="1048717" name=""/>
              <p14:cNvContentPartPr/>
              <p14:nvPr/>
            </p14:nvContentPartPr>
            <p14:xfrm>
              <a:off x="5867894" y="2366658"/>
              <a:ext cx="0" cy="0"/>
            </p14:xfrm>
          </p:contentPart>
        </mc:Choice>
        <mc:Fallback>
          <p:sp>
            <p:nvSpPr>
              <p:cNvPr id="1048717" name=""/>
              <p:cNvSpPr/>
              <p:nvPr/>
            </p:nvSpPr>
            <p:spPr>
              <a:xfrm>
                <a:off x="5867894" y="2366658"/>
                <a:ext cx="0" cy="0"/>
              </a:xfrm>
            </p:spPr>
          </p:sp>
        </mc:Fallback>
      </mc:AlternateContent>
      <mc:AlternateContent xmlns:mc="http://schemas.openxmlformats.org/markup-compatibility/2006">
        <mc:Choice xmlns:p14="http://schemas.microsoft.com/office/powerpoint/2010/main" Requires="p14">
          <p:contentPart p14:bwMode="auto" r:id="rId22">
            <p14:nvContentPartPr>
              <p14:cNvPr id="1048718" name=""/>
              <p14:cNvContentPartPr/>
              <p14:nvPr/>
            </p14:nvContentPartPr>
            <p14:xfrm>
              <a:off x="5113594" y="481982"/>
              <a:ext cx="326123" cy="369406"/>
            </p14:xfrm>
          </p:contentPart>
        </mc:Choice>
        <mc:Fallback>
          <p:sp>
            <p:nvSpPr>
              <p:cNvPr id="1048718" name=""/>
              <p:cNvSpPr/>
              <p:nvPr/>
            </p:nvSpPr>
            <p:spPr>
              <a:xfrm>
                <a:off x="5113594" y="481982"/>
                <a:ext cx="326123" cy="369406"/>
              </a:xfrm>
            </p:spPr>
          </p:sp>
        </mc:Fallback>
      </mc:AlternateContent>
      <mc:AlternateContent xmlns:mc="http://schemas.openxmlformats.org/markup-compatibility/2006">
        <mc:Choice xmlns:p14="http://schemas.microsoft.com/office/powerpoint/2010/main" Requires="p14">
          <p:contentPart p14:bwMode="auto" r:id="rId23">
            <p14:nvContentPartPr>
              <p14:cNvPr id="1048719" name=""/>
              <p14:cNvContentPartPr/>
              <p14:nvPr/>
            </p14:nvContentPartPr>
            <p14:xfrm>
              <a:off x="5238451" y="504203"/>
              <a:ext cx="116571" cy="516006"/>
            </p14:xfrm>
          </p:contentPart>
        </mc:Choice>
        <mc:Fallback>
          <p:sp>
            <p:nvSpPr>
              <p:cNvPr id="1048719" name=""/>
              <p:cNvSpPr/>
              <p:nvPr/>
            </p:nvSpPr>
            <p:spPr>
              <a:xfrm>
                <a:off x="5238451" y="504203"/>
                <a:ext cx="116571" cy="516006"/>
              </a:xfrm>
            </p:spPr>
          </p:sp>
        </mc:Fallback>
      </mc:AlternateContent>
      <mc:AlternateContent xmlns:mc="http://schemas.openxmlformats.org/markup-compatibility/2006">
        <mc:Choice xmlns:p14="http://schemas.microsoft.com/office/powerpoint/2010/main" Requires="p14">
          <p:contentPart p14:bwMode="auto" r:id="rId24">
            <p14:nvContentPartPr>
              <p14:cNvPr id="1048720" name=""/>
              <p14:cNvContentPartPr/>
              <p14:nvPr/>
            </p14:nvContentPartPr>
            <p14:xfrm>
              <a:off x="5465085" y="392457"/>
              <a:ext cx="376489" cy="341851"/>
            </p14:xfrm>
          </p:contentPart>
        </mc:Choice>
        <mc:Fallback>
          <p:sp>
            <p:nvSpPr>
              <p:cNvPr id="1048720" name=""/>
              <p:cNvSpPr/>
              <p:nvPr/>
            </p:nvSpPr>
            <p:spPr>
              <a:xfrm>
                <a:off x="5465085" y="392457"/>
                <a:ext cx="376489" cy="341851"/>
              </a:xfrm>
            </p:spPr>
          </p:sp>
        </mc:Fallback>
      </mc:AlternateContent>
      <mc:AlternateContent xmlns:mc="http://schemas.openxmlformats.org/markup-compatibility/2006">
        <mc:Choice xmlns:p14="http://schemas.microsoft.com/office/powerpoint/2010/main" Requires="p14">
          <p:contentPart p14:bwMode="auto" r:id="rId25">
            <p14:nvContentPartPr>
              <p14:cNvPr id="1048721" name=""/>
              <p14:cNvContentPartPr/>
              <p14:nvPr/>
            </p14:nvContentPartPr>
            <p14:xfrm>
              <a:off x="5550623" y="285243"/>
              <a:ext cx="171725" cy="670142"/>
            </p14:xfrm>
          </p:contentPart>
        </mc:Choice>
        <mc:Fallback>
          <p:sp>
            <p:nvSpPr>
              <p:cNvPr id="1048721" name=""/>
              <p:cNvSpPr/>
              <p:nvPr/>
            </p:nvSpPr>
            <p:spPr>
              <a:xfrm>
                <a:off x="5550623" y="285243"/>
                <a:ext cx="171725" cy="670142"/>
              </a:xfrm>
            </p:spPr>
          </p:sp>
        </mc:Fallback>
      </mc:AlternateContent>
      <mc:AlternateContent xmlns:mc="http://schemas.openxmlformats.org/markup-compatibility/2006">
        <mc:Choice xmlns:p14="http://schemas.microsoft.com/office/powerpoint/2010/main" Requires="p14">
          <p:contentPart p14:bwMode="auto" r:id="rId26">
            <p14:nvContentPartPr>
              <p14:cNvPr id="1048722" name=""/>
              <p14:cNvContentPartPr/>
              <p14:nvPr/>
            </p14:nvContentPartPr>
            <p14:xfrm>
              <a:off x="5682279" y="545621"/>
              <a:ext cx="364573" cy="377571"/>
            </p14:xfrm>
          </p:contentPart>
        </mc:Choice>
        <mc:Fallback>
          <p:sp>
            <p:nvSpPr>
              <p:cNvPr id="1048722" name=""/>
              <p:cNvSpPr/>
              <p:nvPr/>
            </p:nvSpPr>
            <p:spPr>
              <a:xfrm>
                <a:off x="5682279" y="545621"/>
                <a:ext cx="364573" cy="377571"/>
              </a:xfrm>
            </p:spPr>
          </p:sp>
        </mc:Fallback>
      </mc:AlternateContent>
      <mc:AlternateContent xmlns:mc="http://schemas.openxmlformats.org/markup-compatibility/2006">
        <mc:Choice xmlns:p14="http://schemas.microsoft.com/office/powerpoint/2010/main" Requires="p14">
          <p:contentPart p14:bwMode="auto" r:id="rId27">
            <p14:nvContentPartPr>
              <p14:cNvPr id="1048723" name=""/>
              <p14:cNvContentPartPr/>
              <p14:nvPr/>
            </p14:nvContentPartPr>
            <p14:xfrm>
              <a:off x="5788462" y="582077"/>
              <a:ext cx="307238" cy="516054"/>
            </p14:xfrm>
          </p:contentPart>
        </mc:Choice>
        <mc:Fallback>
          <p:sp>
            <p:nvSpPr>
              <p:cNvPr id="1048723" name=""/>
              <p:cNvSpPr/>
              <p:nvPr/>
            </p:nvSpPr>
            <p:spPr>
              <a:xfrm>
                <a:off x="5788462" y="582077"/>
                <a:ext cx="307238" cy="516054"/>
              </a:xfrm>
            </p:spPr>
          </p:sp>
        </mc:Fallback>
      </mc:AlternateContent>
      <mc:AlternateContent xmlns:mc="http://schemas.openxmlformats.org/markup-compatibility/2006">
        <mc:Choice xmlns:p14="http://schemas.microsoft.com/office/powerpoint/2010/main" Requires="p14">
          <p:contentPart p14:bwMode="auto" r:id="rId28">
            <p14:nvContentPartPr>
              <p14:cNvPr id="1048724" name=""/>
              <p14:cNvContentPartPr/>
              <p14:nvPr/>
            </p14:nvContentPartPr>
            <p14:xfrm>
              <a:off x="6100005" y="524910"/>
              <a:ext cx="90006" cy="608752"/>
            </p14:xfrm>
          </p:contentPart>
        </mc:Choice>
        <mc:Fallback>
          <p:sp>
            <p:nvSpPr>
              <p:cNvPr id="1048724" name=""/>
              <p:cNvSpPr/>
              <p:nvPr/>
            </p:nvSpPr>
            <p:spPr>
              <a:xfrm>
                <a:off x="6100005" y="524910"/>
                <a:ext cx="90006" cy="608752"/>
              </a:xfrm>
            </p:spPr>
          </p:sp>
        </mc:Fallback>
      </mc:AlternateContent>
      <mc:AlternateContent xmlns:mc="http://schemas.openxmlformats.org/markup-compatibility/2006">
        <mc:Choice xmlns:p14="http://schemas.microsoft.com/office/powerpoint/2010/main" Requires="p14">
          <p:contentPart p14:bwMode="auto" r:id="rId29">
            <p14:nvContentPartPr>
              <p14:cNvPr id="1048725" name=""/>
              <p14:cNvContentPartPr/>
              <p14:nvPr/>
            </p14:nvContentPartPr>
            <p14:xfrm>
              <a:off x="5887400" y="905444"/>
              <a:ext cx="241224" cy="14386"/>
            </p14:xfrm>
          </p:contentPart>
        </mc:Choice>
        <mc:Fallback>
          <p:sp>
            <p:nvSpPr>
              <p:cNvPr id="1048725" name=""/>
              <p:cNvSpPr/>
              <p:nvPr/>
            </p:nvSpPr>
            <p:spPr>
              <a:xfrm>
                <a:off x="5887400" y="905444"/>
                <a:ext cx="241224" cy="14386"/>
              </a:xfrm>
            </p:spPr>
          </p:sp>
        </mc:Fallback>
      </mc:AlternateContent>
      <mc:AlternateContent xmlns:mc="http://schemas.openxmlformats.org/markup-compatibility/2006">
        <mc:Choice xmlns:p14="http://schemas.microsoft.com/office/powerpoint/2010/main" Requires="p14">
          <p:contentPart p14:bwMode="auto" r:id="rId30">
            <p14:nvContentPartPr>
              <p14:cNvPr id="1048726" name=""/>
              <p14:cNvContentPartPr/>
              <p14:nvPr/>
            </p14:nvContentPartPr>
            <p14:xfrm>
              <a:off x="6363180" y="680662"/>
              <a:ext cx="143579" cy="311143"/>
            </p14:xfrm>
          </p:contentPart>
        </mc:Choice>
        <mc:Fallback>
          <p:sp>
            <p:nvSpPr>
              <p:cNvPr id="1048726" name=""/>
              <p:cNvSpPr/>
              <p:nvPr/>
            </p:nvSpPr>
            <p:spPr>
              <a:xfrm>
                <a:off x="6363180" y="680662"/>
                <a:ext cx="143579" cy="311143"/>
              </a:xfrm>
            </p:spPr>
          </p:sp>
        </mc:Fallback>
      </mc:AlternateContent>
      <mc:AlternateContent xmlns:mc="http://schemas.openxmlformats.org/markup-compatibility/2006">
        <mc:Choice xmlns:p14="http://schemas.microsoft.com/office/powerpoint/2010/main" Requires="p14">
          <p:contentPart p14:bwMode="auto" r:id="rId31">
            <p14:nvContentPartPr>
              <p14:cNvPr id="1048727" name=""/>
              <p14:cNvContentPartPr/>
              <p14:nvPr/>
            </p14:nvContentPartPr>
            <p14:xfrm>
              <a:off x="6155901" y="610770"/>
              <a:ext cx="341773" cy="461948"/>
            </p14:xfrm>
          </p:contentPart>
        </mc:Choice>
        <mc:Fallback>
          <p:sp>
            <p:nvSpPr>
              <p:cNvPr id="1048727" name=""/>
              <p:cNvSpPr/>
              <p:nvPr/>
            </p:nvSpPr>
            <p:spPr>
              <a:xfrm>
                <a:off x="6155901" y="610770"/>
                <a:ext cx="341773" cy="461948"/>
              </a:xfrm>
            </p:spPr>
          </p:sp>
        </mc:Fallback>
      </mc:AlternateContent>
      <mc:AlternateContent xmlns:mc="http://schemas.openxmlformats.org/markup-compatibility/2006">
        <mc:Choice xmlns:p14="http://schemas.microsoft.com/office/powerpoint/2010/main" Requires="p14">
          <p:contentPart p14:bwMode="auto" r:id="rId32">
            <p14:nvContentPartPr>
              <p14:cNvPr id="1048728" name=""/>
              <p14:cNvContentPartPr/>
              <p14:nvPr/>
            </p14:nvContentPartPr>
            <p14:xfrm>
              <a:off x="6529294" y="480042"/>
              <a:ext cx="59618" cy="569879"/>
            </p14:xfrm>
          </p:contentPart>
        </mc:Choice>
        <mc:Fallback>
          <p:sp>
            <p:nvSpPr>
              <p:cNvPr id="1048728" name=""/>
              <p:cNvSpPr/>
              <p:nvPr/>
            </p:nvSpPr>
            <p:spPr>
              <a:xfrm>
                <a:off x="6529294" y="480042"/>
                <a:ext cx="59618" cy="569879"/>
              </a:xfrm>
            </p:spPr>
          </p:sp>
        </mc:Fallback>
      </mc:AlternateContent>
      <mc:AlternateContent xmlns:mc="http://schemas.openxmlformats.org/markup-compatibility/2006">
        <mc:Choice xmlns:p14="http://schemas.microsoft.com/office/powerpoint/2010/main" Requires="p14">
          <p:contentPart p14:bwMode="auto" r:id="rId33">
            <p14:nvContentPartPr>
              <p14:cNvPr id="1048729" name=""/>
              <p14:cNvContentPartPr/>
              <p14:nvPr/>
            </p14:nvContentPartPr>
            <p14:xfrm>
              <a:off x="6533609" y="342032"/>
              <a:ext cx="275218" cy="758500"/>
            </p14:xfrm>
          </p:contentPart>
        </mc:Choice>
        <mc:Fallback>
          <p:sp>
            <p:nvSpPr>
              <p:cNvPr id="1048729" name=""/>
              <p:cNvSpPr/>
              <p:nvPr/>
            </p:nvSpPr>
            <p:spPr>
              <a:xfrm>
                <a:off x="6533609" y="342032"/>
                <a:ext cx="275218" cy="758500"/>
              </a:xfrm>
            </p:spPr>
          </p:sp>
        </mc:Fallback>
      </mc:AlternateContent>
      <mc:AlternateContent xmlns:mc="http://schemas.openxmlformats.org/markup-compatibility/2006">
        <mc:Choice xmlns:p14="http://schemas.microsoft.com/office/powerpoint/2010/main" Requires="p14">
          <p:contentPart p14:bwMode="auto" r:id="rId34">
            <p14:nvContentPartPr>
              <p14:cNvPr id="1048730" name=""/>
              <p14:cNvContentPartPr/>
              <p14:nvPr/>
            </p14:nvContentPartPr>
            <p14:xfrm>
              <a:off x="6774570" y="423522"/>
              <a:ext cx="426555" cy="444047"/>
            </p14:xfrm>
          </p:contentPart>
        </mc:Choice>
        <mc:Fallback>
          <p:sp>
            <p:nvSpPr>
              <p:cNvPr id="1048730" name=""/>
              <p:cNvSpPr/>
              <p:nvPr/>
            </p:nvSpPr>
            <p:spPr>
              <a:xfrm>
                <a:off x="6774570" y="423522"/>
                <a:ext cx="426555" cy="444047"/>
              </a:xfrm>
            </p:spPr>
          </p:sp>
        </mc:Fallback>
      </mc:AlternateContent>
      <mc:AlternateContent xmlns:mc="http://schemas.openxmlformats.org/markup-compatibility/2006">
        <mc:Choice xmlns:p14="http://schemas.microsoft.com/office/powerpoint/2010/main" Requires="p14">
          <p:contentPart p14:bwMode="auto" r:id="rId35">
            <p14:nvContentPartPr>
              <p14:cNvPr id="1048731" name=""/>
              <p14:cNvContentPartPr/>
              <p14:nvPr/>
            </p14:nvContentPartPr>
            <p14:xfrm>
              <a:off x="6694786" y="971240"/>
              <a:ext cx="269673" cy="163972"/>
            </p14:xfrm>
          </p:contentPart>
        </mc:Choice>
        <mc:Fallback>
          <p:sp>
            <p:nvSpPr>
              <p:cNvPr id="1048731" name=""/>
              <p:cNvSpPr/>
              <p:nvPr/>
            </p:nvSpPr>
            <p:spPr>
              <a:xfrm>
                <a:off x="6694786" y="971240"/>
                <a:ext cx="269673" cy="163972"/>
              </a:xfrm>
            </p:spPr>
          </p:sp>
        </mc:Fallback>
      </mc:AlternateContent>
      <mc:AlternateContent xmlns:mc="http://schemas.openxmlformats.org/markup-compatibility/2006">
        <mc:Choice xmlns:p14="http://schemas.microsoft.com/office/powerpoint/2010/main" Requires="p14">
          <p:contentPart p14:bwMode="auto" r:id="rId36">
            <p14:nvContentPartPr>
              <p14:cNvPr id="1048732" name=""/>
              <p14:cNvContentPartPr/>
              <p14:nvPr/>
            </p14:nvContentPartPr>
            <p14:xfrm>
              <a:off x="7102286" y="391810"/>
              <a:ext cx="237584" cy="451369"/>
            </p14:xfrm>
          </p:contentPart>
        </mc:Choice>
        <mc:Fallback>
          <p:sp>
            <p:nvSpPr>
              <p:cNvPr id="1048732" name=""/>
              <p:cNvSpPr/>
              <p:nvPr/>
            </p:nvSpPr>
            <p:spPr>
              <a:xfrm>
                <a:off x="7102286" y="391810"/>
                <a:ext cx="237584" cy="451369"/>
              </a:xfrm>
            </p:spPr>
          </p:sp>
        </mc:Fallback>
      </mc:AlternateContent>
      <mc:AlternateContent xmlns:mc="http://schemas.openxmlformats.org/markup-compatibility/2006">
        <mc:Choice xmlns:p14="http://schemas.microsoft.com/office/powerpoint/2010/main" Requires="p14">
          <p:contentPart p14:bwMode="auto" r:id="rId37">
            <p14:nvContentPartPr>
              <p14:cNvPr id="1048733" name=""/>
              <p14:cNvContentPartPr/>
              <p14:nvPr/>
            </p14:nvContentPartPr>
            <p14:xfrm>
              <a:off x="7145557" y="442073"/>
              <a:ext cx="178440" cy="686053"/>
            </p14:xfrm>
          </p:contentPart>
        </mc:Choice>
        <mc:Fallback>
          <p:sp>
            <p:nvSpPr>
              <p:cNvPr id="1048733" name=""/>
              <p:cNvSpPr/>
              <p:nvPr/>
            </p:nvSpPr>
            <p:spPr>
              <a:xfrm>
                <a:off x="7145557" y="442073"/>
                <a:ext cx="178440" cy="686053"/>
              </a:xfrm>
            </p:spPr>
          </p:sp>
        </mc:Fallback>
      </mc:AlternateContent>
      <mc:AlternateContent xmlns:mc="http://schemas.openxmlformats.org/markup-compatibility/2006">
        <mc:Choice xmlns:p14="http://schemas.microsoft.com/office/powerpoint/2010/main" Requires="p14">
          <p:contentPart p14:bwMode="auto" r:id="rId38">
            <p14:nvContentPartPr>
              <p14:cNvPr id="1048734" name=""/>
              <p14:cNvContentPartPr/>
              <p14:nvPr/>
            </p14:nvContentPartPr>
            <p14:xfrm>
              <a:off x="6985721" y="2414424"/>
              <a:ext cx="0" cy="0"/>
            </p14:xfrm>
          </p:contentPart>
        </mc:Choice>
        <mc:Fallback>
          <p:sp>
            <p:nvSpPr>
              <p:cNvPr id="1048734" name=""/>
              <p:cNvSpPr/>
              <p:nvPr/>
            </p:nvSpPr>
            <p:spPr>
              <a:xfrm>
                <a:off x="6985721" y="2414424"/>
                <a:ext cx="0" cy="0"/>
              </a:xfrm>
            </p:spPr>
          </p:sp>
        </mc:Fallback>
      </mc:AlternateContent>
      <mc:AlternateContent xmlns:mc="http://schemas.openxmlformats.org/markup-compatibility/2006">
        <mc:Choice xmlns:p14="http://schemas.microsoft.com/office/powerpoint/2010/main" Requires="p14">
          <p:contentPart p14:bwMode="auto" r:id="rId39">
            <p14:nvContentPartPr>
              <p14:cNvPr id="1048735" name=""/>
              <p14:cNvContentPartPr/>
              <p14:nvPr/>
            </p14:nvContentPartPr>
            <p14:xfrm>
              <a:off x="7261474" y="285184"/>
              <a:ext cx="388485" cy="845510"/>
            </p14:xfrm>
          </p:contentPart>
        </mc:Choice>
        <mc:Fallback>
          <p:sp>
            <p:nvSpPr>
              <p:cNvPr id="1048735" name=""/>
              <p:cNvSpPr/>
              <p:nvPr/>
            </p:nvSpPr>
            <p:spPr>
              <a:xfrm>
                <a:off x="7261474" y="285184"/>
                <a:ext cx="388485" cy="845510"/>
              </a:xfrm>
            </p:spPr>
          </p:sp>
        </mc:Fallback>
      </mc:AlternateContent>
      <mc:AlternateContent xmlns:mc="http://schemas.openxmlformats.org/markup-compatibility/2006">
        <mc:Choice xmlns:p14="http://schemas.microsoft.com/office/powerpoint/2010/main" Requires="p14">
          <p:contentPart p14:bwMode="auto" r:id="rId40">
            <p14:nvContentPartPr>
              <p14:cNvPr id="1048736" name=""/>
              <p14:cNvContentPartPr/>
              <p14:nvPr/>
            </p14:nvContentPartPr>
            <p14:xfrm>
              <a:off x="4920292" y="914445"/>
              <a:ext cx="0" cy="0"/>
            </p14:xfrm>
          </p:contentPart>
        </mc:Choice>
        <mc:Fallback>
          <p:sp>
            <p:nvSpPr>
              <p:cNvPr id="1048736" name=""/>
              <p:cNvSpPr/>
              <p:nvPr/>
            </p:nvSpPr>
            <p:spPr>
              <a:xfrm>
                <a:off x="4920292" y="914445"/>
                <a:ext cx="0" cy="0"/>
              </a:xfrm>
            </p:spPr>
          </p:sp>
        </mc:Fallback>
      </mc:AlternateContent>
      <mc:AlternateContent xmlns:mc="http://schemas.openxmlformats.org/markup-compatibility/2006">
        <mc:Choice xmlns:p14="http://schemas.microsoft.com/office/powerpoint/2010/main" Requires="p14">
          <p:contentPart p14:bwMode="auto" r:id="rId41">
            <p14:nvContentPartPr>
              <p14:cNvPr id="1048737" name=""/>
              <p14:cNvContentPartPr/>
              <p14:nvPr/>
            </p14:nvContentPartPr>
            <p14:xfrm>
              <a:off x="5718124" y="1336656"/>
              <a:ext cx="557877" cy="566196"/>
            </p14:xfrm>
          </p:contentPart>
        </mc:Choice>
        <mc:Fallback>
          <p:sp>
            <p:nvSpPr>
              <p:cNvPr id="1048737" name=""/>
              <p:cNvSpPr/>
              <p:nvPr/>
            </p:nvSpPr>
            <p:spPr>
              <a:xfrm>
                <a:off x="5718124" y="1336656"/>
                <a:ext cx="557877" cy="566196"/>
              </a:xfrm>
            </p:spPr>
          </p:sp>
        </mc:Fallback>
      </mc:AlternateContent>
      <mc:AlternateContent xmlns:mc="http://schemas.openxmlformats.org/markup-compatibility/2006">
        <mc:Choice xmlns:p14="http://schemas.microsoft.com/office/powerpoint/2010/main" Requires="p14">
          <p:contentPart p14:bwMode="auto" r:id="rId42">
            <p14:nvContentPartPr>
              <p14:cNvPr id="1048738" name=""/>
              <p14:cNvContentPartPr/>
              <p14:nvPr/>
            </p14:nvContentPartPr>
            <p14:xfrm>
              <a:off x="5964400" y="1481508"/>
              <a:ext cx="33373" cy="570401"/>
            </p14:xfrm>
          </p:contentPart>
        </mc:Choice>
        <mc:Fallback>
          <p:sp>
            <p:nvSpPr>
              <p:cNvPr id="1048738" name=""/>
              <p:cNvSpPr/>
              <p:nvPr/>
            </p:nvSpPr>
            <p:spPr>
              <a:xfrm>
                <a:off x="5964400" y="1481508"/>
                <a:ext cx="33373" cy="570401"/>
              </a:xfrm>
            </p:spPr>
          </p:sp>
        </mc:Fallback>
      </mc:AlternateContent>
      <mc:AlternateContent xmlns:mc="http://schemas.openxmlformats.org/markup-compatibility/2006">
        <mc:Choice xmlns:p14="http://schemas.microsoft.com/office/powerpoint/2010/main" Requires="p14">
          <p:contentPart p14:bwMode="auto" r:id="rId43">
            <p14:nvContentPartPr>
              <p14:cNvPr id="1048739" name=""/>
              <p14:cNvContentPartPr/>
              <p14:nvPr/>
            </p14:nvContentPartPr>
            <p14:xfrm>
              <a:off x="6268726" y="1392367"/>
              <a:ext cx="512190" cy="690814"/>
            </p14:xfrm>
          </p:contentPart>
        </mc:Choice>
        <mc:Fallback>
          <p:sp>
            <p:nvSpPr>
              <p:cNvPr id="1048739" name=""/>
              <p:cNvSpPr/>
              <p:nvPr/>
            </p:nvSpPr>
            <p:spPr>
              <a:xfrm>
                <a:off x="6268726" y="1392367"/>
                <a:ext cx="512190" cy="690814"/>
              </a:xfrm>
            </p:spPr>
          </p:sp>
        </mc:Fallback>
      </mc:AlternateContent>
      <mc:AlternateContent xmlns:mc="http://schemas.openxmlformats.org/markup-compatibility/2006">
        <mc:Choice xmlns:p14="http://schemas.microsoft.com/office/powerpoint/2010/main" Requires="p14">
          <p:contentPart p14:bwMode="auto" r:id="rId44">
            <p14:nvContentPartPr>
              <p14:cNvPr id="1048740" name=""/>
              <p14:cNvContentPartPr/>
              <p14:nvPr/>
            </p14:nvContentPartPr>
            <p14:xfrm>
              <a:off x="6707713" y="1345477"/>
              <a:ext cx="106777" cy="685454"/>
            </p14:xfrm>
          </p:contentPart>
        </mc:Choice>
        <mc:Fallback>
          <p:sp>
            <p:nvSpPr>
              <p:cNvPr id="1048740" name=""/>
              <p:cNvSpPr/>
              <p:nvPr/>
            </p:nvSpPr>
            <p:spPr>
              <a:xfrm>
                <a:off x="6707713" y="1345477"/>
                <a:ext cx="106777" cy="685454"/>
              </a:xfrm>
            </p:spPr>
          </p:sp>
        </mc:Fallback>
      </mc:AlternateContent>
      <mc:AlternateContent xmlns:mc="http://schemas.openxmlformats.org/markup-compatibility/2006">
        <mc:Choice xmlns:p14="http://schemas.microsoft.com/office/powerpoint/2010/main" Requires="p14">
          <p:contentPart p14:bwMode="auto" r:id="rId45">
            <p14:nvContentPartPr>
              <p14:cNvPr id="1048743" name=""/>
              <p14:cNvContentPartPr/>
              <p14:nvPr/>
            </p14:nvContentPartPr>
            <p14:xfrm>
              <a:off x="6648311" y="1316711"/>
              <a:ext cx="667691" cy="778696"/>
            </p14:xfrm>
          </p:contentPart>
        </mc:Choice>
        <mc:Fallback>
          <p:sp>
            <p:nvSpPr>
              <p:cNvPr id="1048743" name=""/>
              <p:cNvSpPr/>
              <p:nvPr/>
            </p:nvSpPr>
            <p:spPr>
              <a:xfrm>
                <a:off x="6648311" y="1316711"/>
                <a:ext cx="667691" cy="778696"/>
              </a:xfrm>
            </p:spPr>
          </p:sp>
        </mc:Fallback>
      </mc:AlternateContent>
      <mc:AlternateContent xmlns:mc="http://schemas.openxmlformats.org/markup-compatibility/2006">
        <mc:Choice xmlns:p14="http://schemas.microsoft.com/office/powerpoint/2010/main" Requires="p14">
          <p:contentPart p14:bwMode="auto" r:id="rId46">
            <p14:nvContentPartPr>
              <p14:cNvPr id="1048744" name=""/>
              <p14:cNvContentPartPr/>
              <p14:nvPr/>
            </p14:nvContentPartPr>
            <p14:xfrm>
              <a:off x="7099707" y="1289065"/>
              <a:ext cx="768058" cy="607421"/>
            </p14:xfrm>
          </p:contentPart>
        </mc:Choice>
        <mc:Fallback>
          <p:sp>
            <p:nvSpPr>
              <p:cNvPr id="1048744" name=""/>
              <p:cNvSpPr/>
              <p:nvPr/>
            </p:nvSpPr>
            <p:spPr>
              <a:xfrm>
                <a:off x="7099707" y="1289065"/>
                <a:ext cx="768058" cy="607421"/>
              </a:xfrm>
            </p:spPr>
          </p:sp>
        </mc:Fallback>
      </mc:AlternateContent>
      <mc:AlternateContent xmlns:mc="http://schemas.openxmlformats.org/markup-compatibility/2006">
        <mc:Choice xmlns:p14="http://schemas.microsoft.com/office/powerpoint/2010/main" Requires="p14">
          <p:contentPart p14:bwMode="auto" r:id="rId47">
            <p14:nvContentPartPr>
              <p14:cNvPr id="1048745" name=""/>
              <p14:cNvContentPartPr/>
              <p14:nvPr/>
            </p14:nvContentPartPr>
            <p14:xfrm>
              <a:off x="7172488" y="2090170"/>
              <a:ext cx="627761" cy="137654"/>
            </p14:xfrm>
          </p:contentPart>
        </mc:Choice>
        <mc:Fallback>
          <p:sp>
            <p:nvSpPr>
              <p:cNvPr id="1048745" name=""/>
              <p:cNvSpPr/>
              <p:nvPr/>
            </p:nvSpPr>
            <p:spPr>
              <a:xfrm>
                <a:off x="7172488" y="2090170"/>
                <a:ext cx="627761" cy="137654"/>
              </a:xfrm>
            </p:spPr>
          </p:sp>
        </mc:Fallback>
      </mc:AlternateContent>
      <mc:AlternateContent xmlns:mc="http://schemas.openxmlformats.org/markup-compatibility/2006">
        <mc:Choice xmlns:p14="http://schemas.microsoft.com/office/powerpoint/2010/main" Requires="p14">
          <p:contentPart p14:bwMode="auto" r:id="rId48">
            <p14:nvContentPartPr>
              <p14:cNvPr id="1048746" name=""/>
              <p14:cNvContentPartPr/>
              <p14:nvPr/>
            </p14:nvContentPartPr>
            <p14:xfrm>
              <a:off x="7826861" y="1241771"/>
              <a:ext cx="435993" cy="1050690"/>
            </p14:xfrm>
          </p:contentPart>
        </mc:Choice>
        <mc:Fallback>
          <p:sp>
            <p:nvSpPr>
              <p:cNvPr id="1048746" name=""/>
              <p:cNvSpPr/>
              <p:nvPr/>
            </p:nvSpPr>
            <p:spPr>
              <a:xfrm>
                <a:off x="7826861" y="1241771"/>
                <a:ext cx="435993" cy="1050690"/>
              </a:xfrm>
            </p:spPr>
          </p:sp>
        </mc:Fallback>
      </mc:AlternateContent>
      <mc:AlternateContent xmlns:mc="http://schemas.openxmlformats.org/markup-compatibility/2006">
        <mc:Choice xmlns:p14="http://schemas.microsoft.com/office/powerpoint/2010/main" Requires="p14">
          <p:contentPart p14:bwMode="auto" r:id="rId49">
            <p14:nvContentPartPr>
              <p14:cNvPr id="1048747" name=""/>
              <p14:cNvContentPartPr/>
              <p14:nvPr/>
            </p14:nvContentPartPr>
            <p14:xfrm>
              <a:off x="5819423" y="2296306"/>
              <a:ext cx="503766" cy="1054623"/>
            </p14:xfrm>
          </p:contentPart>
        </mc:Choice>
        <mc:Fallback>
          <p:sp>
            <p:nvSpPr>
              <p:cNvPr id="1048747" name=""/>
              <p:cNvSpPr/>
              <p:nvPr/>
            </p:nvSpPr>
            <p:spPr>
              <a:xfrm>
                <a:off x="5819423" y="2296306"/>
                <a:ext cx="503766" cy="1054623"/>
              </a:xfrm>
            </p:spPr>
          </p:sp>
        </mc:Fallback>
      </mc:AlternateContent>
      <mc:AlternateContent xmlns:mc="http://schemas.openxmlformats.org/markup-compatibility/2006">
        <mc:Choice xmlns:p14="http://schemas.microsoft.com/office/powerpoint/2010/main" Requires="p14">
          <p:contentPart p14:bwMode="auto" r:id="rId50">
            <p14:nvContentPartPr>
              <p14:cNvPr id="1048748" name=""/>
              <p14:cNvContentPartPr/>
              <p14:nvPr/>
            </p14:nvContentPartPr>
            <p14:xfrm>
              <a:off x="6326084" y="2414695"/>
              <a:ext cx="531708" cy="631924"/>
            </p14:xfrm>
          </p:contentPart>
        </mc:Choice>
        <mc:Fallback>
          <p:sp>
            <p:nvSpPr>
              <p:cNvPr id="1048748" name=""/>
              <p:cNvSpPr/>
              <p:nvPr/>
            </p:nvSpPr>
            <p:spPr>
              <a:xfrm>
                <a:off x="6326084" y="2414695"/>
                <a:ext cx="531708" cy="631924"/>
              </a:xfrm>
            </p:spPr>
          </p:sp>
        </mc:Fallback>
      </mc:AlternateContent>
      <mc:AlternateContent xmlns:mc="http://schemas.openxmlformats.org/markup-compatibility/2006">
        <mc:Choice xmlns:p14="http://schemas.microsoft.com/office/powerpoint/2010/main" Requires="p14">
          <p:contentPart p14:bwMode="auto" r:id="rId51">
            <p14:nvContentPartPr>
              <p14:cNvPr id="1048749" name=""/>
              <p14:cNvContentPartPr/>
              <p14:nvPr/>
            </p14:nvContentPartPr>
            <p14:xfrm>
              <a:off x="6752498" y="2280056"/>
              <a:ext cx="356077" cy="936787"/>
            </p14:xfrm>
          </p:contentPart>
        </mc:Choice>
        <mc:Fallback>
          <p:sp>
            <p:nvSpPr>
              <p:cNvPr id="1048749" name=""/>
              <p:cNvSpPr/>
              <p:nvPr/>
            </p:nvSpPr>
            <p:spPr>
              <a:xfrm>
                <a:off x="6752498" y="2280056"/>
                <a:ext cx="356077" cy="936787"/>
              </a:xfrm>
            </p:spPr>
          </p:sp>
        </mc:Fallback>
      </mc:AlternateContent>
      <mc:AlternateContent xmlns:mc="http://schemas.openxmlformats.org/markup-compatibility/2006">
        <mc:Choice xmlns:p14="http://schemas.microsoft.com/office/powerpoint/2010/main" Requires="p14">
          <p:contentPart p14:bwMode="auto" r:id="rId52">
            <p14:nvContentPartPr>
              <p14:cNvPr id="1048750" name=""/>
              <p14:cNvContentPartPr/>
              <p14:nvPr/>
            </p14:nvContentPartPr>
            <p14:xfrm>
              <a:off x="6986311" y="2450675"/>
              <a:ext cx="286556" cy="765761"/>
            </p14:xfrm>
          </p:contentPart>
        </mc:Choice>
        <mc:Fallback>
          <p:sp>
            <p:nvSpPr>
              <p:cNvPr id="1048750" name=""/>
              <p:cNvSpPr/>
              <p:nvPr/>
            </p:nvSpPr>
            <p:spPr>
              <a:xfrm>
                <a:off x="6986311" y="2450675"/>
                <a:ext cx="286556" cy="765761"/>
              </a:xfrm>
            </p:spPr>
          </p:sp>
        </mc:Fallback>
      </mc:AlternateContent>
      <mc:AlternateContent xmlns:mc="http://schemas.openxmlformats.org/markup-compatibility/2006">
        <mc:Choice xmlns:p14="http://schemas.microsoft.com/office/powerpoint/2010/main" Requires="p14">
          <p:contentPart p14:bwMode="auto" r:id="rId53">
            <p14:nvContentPartPr>
              <p14:cNvPr id="1048751" name=""/>
              <p14:cNvContentPartPr/>
              <p14:nvPr/>
            </p14:nvContentPartPr>
            <p14:xfrm>
              <a:off x="6841352" y="2950073"/>
              <a:ext cx="316704" cy="64923"/>
            </p14:xfrm>
          </p:contentPart>
        </mc:Choice>
        <mc:Fallback>
          <p:sp>
            <p:nvSpPr>
              <p:cNvPr id="1048751" name=""/>
              <p:cNvSpPr/>
              <p:nvPr/>
            </p:nvSpPr>
            <p:spPr>
              <a:xfrm>
                <a:off x="6841352" y="2950073"/>
                <a:ext cx="316704" cy="64923"/>
              </a:xfrm>
            </p:spPr>
          </p:sp>
        </mc:Fallback>
      </mc:AlternateContent>
      <mc:AlternateContent xmlns:mc="http://schemas.openxmlformats.org/markup-compatibility/2006">
        <mc:Choice xmlns:p14="http://schemas.microsoft.com/office/powerpoint/2010/main" Requires="p14">
          <p:contentPart p14:bwMode="auto" r:id="rId54">
            <p14:nvContentPartPr>
              <p14:cNvPr id="1048752" name=""/>
              <p14:cNvContentPartPr/>
              <p14:nvPr/>
            </p14:nvContentPartPr>
            <p14:xfrm>
              <a:off x="7329779" y="2311392"/>
              <a:ext cx="582757" cy="699075"/>
            </p14:xfrm>
          </p:contentPart>
        </mc:Choice>
        <mc:Fallback>
          <p:sp>
            <p:nvSpPr>
              <p:cNvPr id="1048752" name=""/>
              <p:cNvSpPr/>
              <p:nvPr/>
            </p:nvSpPr>
            <p:spPr>
              <a:xfrm>
                <a:off x="7329779" y="2311392"/>
                <a:ext cx="582757" cy="699075"/>
              </a:xfrm>
            </p:spPr>
          </p:sp>
        </mc:Fallback>
      </mc:AlternateContent>
      <mc:AlternateContent xmlns:mc="http://schemas.openxmlformats.org/markup-compatibility/2006">
        <mc:Choice xmlns:p14="http://schemas.microsoft.com/office/powerpoint/2010/main" Requires="p14">
          <p:contentPart p14:bwMode="auto" r:id="rId55">
            <p14:nvContentPartPr>
              <p14:cNvPr id="1048753" name=""/>
              <p14:cNvContentPartPr/>
              <p14:nvPr/>
            </p14:nvContentPartPr>
            <p14:xfrm>
              <a:off x="7273212" y="3045408"/>
              <a:ext cx="579832" cy="263240"/>
            </p14:xfrm>
          </p:contentPart>
        </mc:Choice>
        <mc:Fallback>
          <p:sp>
            <p:nvSpPr>
              <p:cNvPr id="1048753" name=""/>
              <p:cNvSpPr/>
              <p:nvPr/>
            </p:nvSpPr>
            <p:spPr>
              <a:xfrm>
                <a:off x="7273212" y="3045408"/>
                <a:ext cx="579832" cy="263240"/>
              </a:xfrm>
            </p:spPr>
          </p:sp>
        </mc:Fallback>
      </mc:AlternateContent>
      <mc:AlternateContent xmlns:mc="http://schemas.openxmlformats.org/markup-compatibility/2006">
        <mc:Choice xmlns:p14="http://schemas.microsoft.com/office/powerpoint/2010/main" Requires="p14">
          <p:contentPart p14:bwMode="auto" r:id="rId56">
            <p14:nvContentPartPr>
              <p14:cNvPr id="1048754" name=""/>
              <p14:cNvContentPartPr/>
              <p14:nvPr/>
            </p14:nvContentPartPr>
            <p14:xfrm>
              <a:off x="7869298" y="2334608"/>
              <a:ext cx="179113" cy="1046309"/>
            </p14:xfrm>
          </p:contentPart>
        </mc:Choice>
        <mc:Fallback>
          <p:sp>
            <p:nvSpPr>
              <p:cNvPr id="1048754" name=""/>
              <p:cNvSpPr/>
              <p:nvPr/>
            </p:nvSpPr>
            <p:spPr>
              <a:xfrm>
                <a:off x="7869298" y="2334608"/>
                <a:ext cx="179113" cy="1046309"/>
              </a:xfrm>
            </p:spPr>
          </p:sp>
        </mc:Fallback>
      </mc:AlternateContent>
      <mc:AlternateContent xmlns:mc="http://schemas.openxmlformats.org/markup-compatibility/2006">
        <mc:Choice xmlns:p14="http://schemas.microsoft.com/office/powerpoint/2010/main" Requires="p14">
          <p:contentPart p14:bwMode="auto" r:id="rId57">
            <p14:nvContentPartPr>
              <p14:cNvPr id="1048755" name=""/>
              <p14:cNvContentPartPr/>
              <p14:nvPr/>
            </p14:nvContentPartPr>
            <p14:xfrm>
              <a:off x="8144117" y="2516242"/>
              <a:ext cx="562158" cy="788709"/>
            </p14:xfrm>
          </p:contentPart>
        </mc:Choice>
        <mc:Fallback>
          <p:sp>
            <p:nvSpPr>
              <p:cNvPr id="1048755" name=""/>
              <p:cNvSpPr/>
              <p:nvPr/>
            </p:nvSpPr>
            <p:spPr>
              <a:xfrm>
                <a:off x="8144117" y="2516242"/>
                <a:ext cx="562158" cy="788709"/>
              </a:xfrm>
            </p:spPr>
          </p:sp>
        </mc:Fallback>
      </mc:AlternateContent>
      <mc:AlternateContent xmlns:mc="http://schemas.openxmlformats.org/markup-compatibility/2006">
        <mc:Choice xmlns:p14="http://schemas.microsoft.com/office/powerpoint/2010/main" Requires="p14">
          <p:contentPart p14:bwMode="auto" r:id="rId58">
            <p14:nvContentPartPr>
              <p14:cNvPr id="1048756" name=""/>
              <p14:cNvContentPartPr/>
              <p14:nvPr/>
            </p14:nvContentPartPr>
            <p14:xfrm>
              <a:off x="8055198" y="5429908"/>
              <a:ext cx="0" cy="0"/>
            </p14:xfrm>
          </p:contentPart>
        </mc:Choice>
        <mc:Fallback>
          <p:sp>
            <p:nvSpPr>
              <p:cNvPr id="1048756" name=""/>
              <p:cNvSpPr/>
              <p:nvPr/>
            </p:nvSpPr>
            <p:spPr>
              <a:xfrm>
                <a:off x="8055198" y="5429908"/>
                <a:ext cx="0" cy="0"/>
              </a:xfrm>
            </p:spPr>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pic>
        <p:nvPicPr>
          <p:cNvPr id="2097154" name=""/>
          <p:cNvPicPr>
            <a:picLocks/>
          </p:cNvPicPr>
          <p:nvPr/>
        </p:nvPicPr>
        <p:blipFill>
          <a:blip xmlns:r="http://schemas.openxmlformats.org/officeDocument/2006/relationships" r:embed="rId1"/>
          <a:stretch>
            <a:fillRect/>
          </a:stretch>
        </p:blipFill>
        <p:spPr>
          <a:xfrm rot="0">
            <a:off x="2516909" y="616202"/>
            <a:ext cx="7158182" cy="5625595"/>
          </a:xfrm>
          <a:prstGeom prst="rect"/>
        </p:spPr>
      </p:pic>
      <mc:AlternateContent xmlns:mc="http://schemas.openxmlformats.org/markup-compatibility/2006">
        <mc:Choice xmlns:p14="http://schemas.microsoft.com/office/powerpoint/2010/main" Requires="p14">
          <p:contentPart p14:bwMode="auto" r:id="rId2">
            <p14:nvContentPartPr>
              <p14:cNvPr id="1048758" name=""/>
              <p14:cNvContentPartPr/>
              <p14:nvPr/>
            </p14:nvContentPartPr>
            <p14:xfrm>
              <a:off x="3339898" y="3815777"/>
              <a:ext cx="2591647" cy="174662"/>
            </p14:xfrm>
          </p:contentPart>
        </mc:Choice>
        <mc:Fallback>
          <p:sp>
            <p:nvSpPr>
              <p:cNvPr id="1048758" name=""/>
              <p:cNvSpPr/>
              <p:nvPr/>
            </p:nvSpPr>
            <p:spPr>
              <a:xfrm>
                <a:off x="3339898" y="3815777"/>
                <a:ext cx="2591647" cy="174662"/>
              </a:xfrm>
            </p:spPr>
          </p:sp>
        </mc:Fallback>
      </mc:AlternateContent>
      <mc:AlternateContent xmlns:mc="http://schemas.openxmlformats.org/markup-compatibility/2006">
        <mc:Choice xmlns:p14="http://schemas.microsoft.com/office/powerpoint/2010/main" Requires="p14">
          <p:contentPart p14:bwMode="auto" r:id="rId3">
            <p14:nvContentPartPr>
              <p14:cNvPr id="1048760" name=""/>
              <p14:cNvContentPartPr/>
              <p14:nvPr/>
            </p14:nvContentPartPr>
            <p14:xfrm>
              <a:off x="3244303" y="4584456"/>
              <a:ext cx="2763426" cy="182553"/>
            </p14:xfrm>
          </p:contentPart>
        </mc:Choice>
        <mc:Fallback>
          <p:sp>
            <p:nvSpPr>
              <p:cNvPr id="1048760" name=""/>
              <p:cNvSpPr/>
              <p:nvPr/>
            </p:nvSpPr>
            <p:spPr>
              <a:xfrm>
                <a:off x="3244303" y="4584456"/>
                <a:ext cx="2763426" cy="182553"/>
              </a:xfrm>
            </p:spPr>
          </p:sp>
        </mc:Fallback>
      </mc:AlternateContent>
      <mc:AlternateContent xmlns:mc="http://schemas.openxmlformats.org/markup-compatibility/2006">
        <mc:Choice xmlns:p14="http://schemas.microsoft.com/office/powerpoint/2010/main" Requires="p14">
          <p:contentPart p14:bwMode="auto" r:id="rId4">
            <p14:nvContentPartPr>
              <p14:cNvPr id="1048761" name=""/>
              <p14:cNvContentPartPr/>
              <p14:nvPr/>
            </p14:nvContentPartPr>
            <p14:xfrm>
              <a:off x="4920701" y="949897"/>
              <a:ext cx="0" cy="0"/>
            </p14:xfrm>
          </p:contentPart>
        </mc:Choice>
        <mc:Fallback>
          <p:sp>
            <p:nvSpPr>
              <p:cNvPr id="1048761" name=""/>
              <p:cNvSpPr/>
              <p:nvPr/>
            </p:nvSpPr>
            <p:spPr>
              <a:xfrm>
                <a:off x="4920701" y="949897"/>
                <a:ext cx="0" cy="0"/>
              </a:xfrm>
            </p:spPr>
          </p:sp>
        </mc:Fallback>
      </mc:AlternateContent>
      <mc:AlternateContent xmlns:mc="http://schemas.openxmlformats.org/markup-compatibility/2006">
        <mc:Choice xmlns:p14="http://schemas.microsoft.com/office/powerpoint/2010/main" Requires="p14">
          <p:contentPart p14:bwMode="auto" r:id="rId5">
            <p14:nvContentPartPr>
              <p14:cNvPr id="1048766" name=""/>
              <p14:cNvContentPartPr/>
              <p14:nvPr/>
            </p14:nvContentPartPr>
            <p14:xfrm>
              <a:off x="5168378" y="1791381"/>
              <a:ext cx="0" cy="0"/>
            </p14:xfrm>
          </p:contentPart>
        </mc:Choice>
        <mc:Fallback>
          <p:sp>
            <p:nvSpPr>
              <p:cNvPr id="1048766" name=""/>
              <p:cNvSpPr/>
              <p:nvPr/>
            </p:nvSpPr>
            <p:spPr>
              <a:xfrm>
                <a:off x="5168378" y="1791381"/>
                <a:ext cx="0" cy="0"/>
              </a:xfrm>
            </p:spPr>
          </p:sp>
        </mc:Fallback>
      </mc:AlternateContent>
      <mc:AlternateContent xmlns:mc="http://schemas.openxmlformats.org/markup-compatibility/2006">
        <mc:Choice xmlns:p14="http://schemas.microsoft.com/office/powerpoint/2010/main" Requires="p14">
          <p:contentPart p14:bwMode="auto" r:id="rId6">
            <p14:nvContentPartPr>
              <p14:cNvPr id="1048767" name=""/>
              <p14:cNvContentPartPr/>
              <p14:nvPr/>
            </p14:nvContentPartPr>
            <p14:xfrm>
              <a:off x="6447289" y="4518891"/>
              <a:ext cx="0" cy="0"/>
            </p14:xfrm>
          </p:contentPart>
        </mc:Choice>
        <mc:Fallback>
          <p:sp>
            <p:nvSpPr>
              <p:cNvPr id="1048767" name=""/>
              <p:cNvSpPr/>
              <p:nvPr/>
            </p:nvSpPr>
            <p:spPr>
              <a:xfrm>
                <a:off x="6447289" y="4518891"/>
                <a:ext cx="0" cy="0"/>
              </a:xfrm>
            </p:spPr>
          </p:sp>
        </mc:Fallback>
      </mc:AlternateContent>
      <mc:AlternateContent xmlns:mc="http://schemas.openxmlformats.org/markup-compatibility/2006">
        <mc:Choice xmlns:p14="http://schemas.microsoft.com/office/powerpoint/2010/main" Requires="p14">
          <p:contentPart p14:bwMode="auto" r:id="rId7">
            <p14:nvContentPartPr>
              <p14:cNvPr id="1048768" name=""/>
              <p14:cNvContentPartPr/>
              <p14:nvPr/>
            </p14:nvContentPartPr>
            <p14:xfrm>
              <a:off x="5934169" y="3544657"/>
              <a:ext cx="101305" cy="416279"/>
            </p14:xfrm>
          </p:contentPart>
        </mc:Choice>
        <mc:Fallback>
          <p:sp>
            <p:nvSpPr>
              <p:cNvPr id="1048768" name=""/>
              <p:cNvSpPr/>
              <p:nvPr/>
            </p:nvSpPr>
            <p:spPr>
              <a:xfrm>
                <a:off x="5934169" y="3544657"/>
                <a:ext cx="101305" cy="416279"/>
              </a:xfrm>
            </p:spPr>
          </p:sp>
        </mc:Fallback>
      </mc:AlternateContent>
      <mc:AlternateContent xmlns:mc="http://schemas.openxmlformats.org/markup-compatibility/2006">
        <mc:Choice xmlns:p14="http://schemas.microsoft.com/office/powerpoint/2010/main" Requires="p14">
          <p:contentPart p14:bwMode="auto" r:id="rId8">
            <p14:nvContentPartPr>
              <p14:cNvPr id="1048769" name=""/>
              <p14:cNvContentPartPr/>
              <p14:nvPr/>
            </p14:nvContentPartPr>
            <p14:xfrm>
              <a:off x="6042918" y="3734162"/>
              <a:ext cx="159199" cy="252440"/>
            </p14:xfrm>
          </p:contentPart>
        </mc:Choice>
        <mc:Fallback>
          <p:sp>
            <p:nvSpPr>
              <p:cNvPr id="1048769" name=""/>
              <p:cNvSpPr/>
              <p:nvPr/>
            </p:nvSpPr>
            <p:spPr>
              <a:xfrm>
                <a:off x="6042918" y="3734162"/>
                <a:ext cx="159199" cy="252440"/>
              </a:xfrm>
            </p:spPr>
          </p:sp>
        </mc:Fallback>
      </mc:AlternateContent>
      <mc:AlternateContent xmlns:mc="http://schemas.openxmlformats.org/markup-compatibility/2006">
        <mc:Choice xmlns:p14="http://schemas.microsoft.com/office/powerpoint/2010/main" Requires="p14">
          <p:contentPart p14:bwMode="auto" r:id="rId9">
            <p14:nvContentPartPr>
              <p14:cNvPr id="1048770" name=""/>
              <p14:cNvContentPartPr/>
              <p14:nvPr/>
            </p14:nvContentPartPr>
            <p14:xfrm>
              <a:off x="6228476" y="3696271"/>
              <a:ext cx="241746" cy="311357"/>
            </p14:xfrm>
          </p:contentPart>
        </mc:Choice>
        <mc:Fallback>
          <p:sp>
            <p:nvSpPr>
              <p:cNvPr id="1048770" name=""/>
              <p:cNvSpPr/>
              <p:nvPr/>
            </p:nvSpPr>
            <p:spPr>
              <a:xfrm>
                <a:off x="6228476" y="3696271"/>
                <a:ext cx="241746" cy="311357"/>
              </a:xfrm>
            </p:spPr>
          </p:sp>
        </mc:Fallback>
      </mc:AlternateContent>
      <mc:AlternateContent xmlns:mc="http://schemas.openxmlformats.org/markup-compatibility/2006">
        <mc:Choice xmlns:p14="http://schemas.microsoft.com/office/powerpoint/2010/main" Requires="p14">
          <p:contentPart p14:bwMode="auto" r:id="rId10">
            <p14:nvContentPartPr>
              <p14:cNvPr id="1048771" name=""/>
              <p14:cNvContentPartPr/>
              <p14:nvPr/>
            </p14:nvContentPartPr>
            <p14:xfrm>
              <a:off x="6274489" y="3711030"/>
              <a:ext cx="426601" cy="490711"/>
            </p14:xfrm>
          </p:contentPart>
        </mc:Choice>
        <mc:Fallback>
          <p:sp>
            <p:nvSpPr>
              <p:cNvPr id="1048771" name=""/>
              <p:cNvSpPr/>
              <p:nvPr/>
            </p:nvSpPr>
            <p:spPr>
              <a:xfrm>
                <a:off x="6274489" y="3711030"/>
                <a:ext cx="426601" cy="490711"/>
              </a:xfrm>
            </p:spPr>
          </p:sp>
        </mc:Fallback>
      </mc:AlternateContent>
      <mc:AlternateContent xmlns:mc="http://schemas.openxmlformats.org/markup-compatibility/2006">
        <mc:Choice xmlns:p14="http://schemas.microsoft.com/office/powerpoint/2010/main" Requires="p14">
          <p:contentPart p14:bwMode="auto" r:id="rId11">
            <p14:nvContentPartPr>
              <p14:cNvPr id="1048772" name=""/>
              <p14:cNvContentPartPr/>
              <p14:nvPr/>
            </p14:nvContentPartPr>
            <p14:xfrm>
              <a:off x="6750418" y="3819947"/>
              <a:ext cx="315102" cy="22287"/>
            </p14:xfrm>
          </p:contentPart>
        </mc:Choice>
        <mc:Fallback>
          <p:sp>
            <p:nvSpPr>
              <p:cNvPr id="1048772" name=""/>
              <p:cNvSpPr/>
              <p:nvPr/>
            </p:nvSpPr>
            <p:spPr>
              <a:xfrm>
                <a:off x="6750418" y="3819947"/>
                <a:ext cx="315102" cy="22287"/>
              </a:xfrm>
            </p:spPr>
          </p:sp>
        </mc:Fallback>
      </mc:AlternateContent>
      <mc:AlternateContent xmlns:mc="http://schemas.openxmlformats.org/markup-compatibility/2006">
        <mc:Choice xmlns:p14="http://schemas.microsoft.com/office/powerpoint/2010/main" Requires="p14">
          <p:contentPart p14:bwMode="auto" r:id="rId12">
            <p14:nvContentPartPr>
              <p14:cNvPr id="1048773" name=""/>
              <p14:cNvContentPartPr/>
              <p14:nvPr/>
            </p14:nvContentPartPr>
            <p14:xfrm>
              <a:off x="6871096" y="3593795"/>
              <a:ext cx="251576" cy="399121"/>
            </p14:xfrm>
          </p:contentPart>
        </mc:Choice>
        <mc:Fallback>
          <p:sp>
            <p:nvSpPr>
              <p:cNvPr id="1048773" name=""/>
              <p:cNvSpPr/>
              <p:nvPr/>
            </p:nvSpPr>
            <p:spPr>
              <a:xfrm>
                <a:off x="6871096" y="3593795"/>
                <a:ext cx="251576" cy="399121"/>
              </a:xfrm>
            </p:spPr>
          </p:sp>
        </mc:Fallback>
      </mc:AlternateContent>
      <mc:AlternateContent xmlns:mc="http://schemas.openxmlformats.org/markup-compatibility/2006">
        <mc:Choice xmlns:p14="http://schemas.microsoft.com/office/powerpoint/2010/main" Requires="p14">
          <p:contentPart p14:bwMode="auto" r:id="rId13">
            <p14:nvContentPartPr>
              <p14:cNvPr id="1048774" name=""/>
              <p14:cNvContentPartPr/>
              <p14:nvPr/>
            </p14:nvContentPartPr>
            <p14:xfrm>
              <a:off x="7109732" y="3237984"/>
              <a:ext cx="429521" cy="719049"/>
            </p14:xfrm>
          </p:contentPart>
        </mc:Choice>
        <mc:Fallback>
          <p:sp>
            <p:nvSpPr>
              <p:cNvPr id="1048774" name=""/>
              <p:cNvSpPr/>
              <p:nvPr/>
            </p:nvSpPr>
            <p:spPr>
              <a:xfrm>
                <a:off x="7109732" y="3237984"/>
                <a:ext cx="429521" cy="719049"/>
              </a:xfrm>
            </p:spPr>
          </p:sp>
        </mc:Fallback>
      </mc:AlternateContent>
      <mc:AlternateContent xmlns:mc="http://schemas.openxmlformats.org/markup-compatibility/2006">
        <mc:Choice xmlns:p14="http://schemas.microsoft.com/office/powerpoint/2010/main" Requires="p14">
          <p:contentPart p14:bwMode="auto" r:id="rId14">
            <p14:nvContentPartPr>
              <p14:cNvPr id="1048775" name=""/>
              <p14:cNvContentPartPr/>
              <p14:nvPr/>
            </p14:nvContentPartPr>
            <p14:xfrm>
              <a:off x="7383257" y="3576185"/>
              <a:ext cx="264698" cy="322675"/>
            </p14:xfrm>
          </p:contentPart>
        </mc:Choice>
        <mc:Fallback>
          <p:sp>
            <p:nvSpPr>
              <p:cNvPr id="1048775" name=""/>
              <p:cNvSpPr/>
              <p:nvPr/>
            </p:nvSpPr>
            <p:spPr>
              <a:xfrm>
                <a:off x="7383257" y="3576185"/>
                <a:ext cx="264698" cy="322675"/>
              </a:xfrm>
            </p:spPr>
          </p:sp>
        </mc:Fallback>
      </mc:AlternateContent>
      <mc:AlternateContent xmlns:mc="http://schemas.openxmlformats.org/markup-compatibility/2006">
        <mc:Choice xmlns:p14="http://schemas.microsoft.com/office/powerpoint/2010/main" Requires="p14">
          <p:contentPart p14:bwMode="auto" r:id="rId15">
            <p14:nvContentPartPr>
              <p14:cNvPr id="1048776" name=""/>
              <p14:cNvContentPartPr/>
              <p14:nvPr/>
            </p14:nvContentPartPr>
            <p14:xfrm>
              <a:off x="6300881" y="2431871"/>
              <a:ext cx="0" cy="0"/>
            </p14:xfrm>
          </p:contentPart>
        </mc:Choice>
        <mc:Fallback>
          <p:sp>
            <p:nvSpPr>
              <p:cNvPr id="1048776" name=""/>
              <p:cNvSpPr/>
              <p:nvPr/>
            </p:nvSpPr>
            <p:spPr>
              <a:xfrm>
                <a:off x="6300881" y="2431871"/>
                <a:ext cx="0" cy="0"/>
              </a:xfrm>
            </p:spPr>
          </p:sp>
        </mc:Fallback>
      </mc:AlternateContent>
      <mc:AlternateContent xmlns:mc="http://schemas.openxmlformats.org/markup-compatibility/2006">
        <mc:Choice xmlns:p14="http://schemas.microsoft.com/office/powerpoint/2010/main" Requires="p14">
          <p:contentPart p14:bwMode="auto" r:id="rId16">
            <p14:nvContentPartPr>
              <p14:cNvPr id="1048777" name=""/>
              <p14:cNvContentPartPr/>
              <p14:nvPr/>
            </p14:nvContentPartPr>
            <p14:xfrm>
              <a:off x="7209881" y="4274590"/>
              <a:ext cx="0" cy="0"/>
            </p14:xfrm>
          </p:contentPart>
        </mc:Choice>
        <mc:Fallback>
          <p:sp>
            <p:nvSpPr>
              <p:cNvPr id="1048777" name=""/>
              <p:cNvSpPr/>
              <p:nvPr/>
            </p:nvSpPr>
            <p:spPr>
              <a:xfrm>
                <a:off x="7209881" y="4274590"/>
                <a:ext cx="0" cy="0"/>
              </a:xfrm>
            </p:spPr>
          </p:sp>
        </mc:Fallback>
      </mc:AlternateContent>
      <mc:AlternateContent xmlns:mc="http://schemas.openxmlformats.org/markup-compatibility/2006">
        <mc:Choice xmlns:p14="http://schemas.microsoft.com/office/powerpoint/2010/main" Requires="p14">
          <p:contentPart p14:bwMode="auto" r:id="rId17">
            <p14:nvContentPartPr>
              <p14:cNvPr id="1048778" name=""/>
              <p14:cNvContentPartPr/>
              <p14:nvPr/>
            </p14:nvContentPartPr>
            <p14:xfrm>
              <a:off x="7514309" y="4291385"/>
              <a:ext cx="0" cy="0"/>
            </p14:xfrm>
          </p:contentPart>
        </mc:Choice>
        <mc:Fallback>
          <p:sp>
            <p:nvSpPr>
              <p:cNvPr id="1048778" name=""/>
              <p:cNvSpPr/>
              <p:nvPr/>
            </p:nvSpPr>
            <p:spPr>
              <a:xfrm>
                <a:off x="7514309" y="4291385"/>
                <a:ext cx="0" cy="0"/>
              </a:xfrm>
            </p:spPr>
          </p:sp>
        </mc:Fallback>
      </mc:AlternateContent>
      <mc:AlternateContent xmlns:mc="http://schemas.openxmlformats.org/markup-compatibility/2006">
        <mc:Choice xmlns:p14="http://schemas.microsoft.com/office/powerpoint/2010/main" Requires="p14">
          <p:contentPart p14:bwMode="auto" r:id="rId18">
            <p14:nvContentPartPr>
              <p14:cNvPr id="1048779" name=""/>
              <p14:cNvContentPartPr/>
              <p14:nvPr/>
            </p14:nvContentPartPr>
            <p14:xfrm>
              <a:off x="7667483" y="3539968"/>
              <a:ext cx="254518" cy="355762"/>
            </p14:xfrm>
          </p:contentPart>
        </mc:Choice>
        <mc:Fallback>
          <p:sp>
            <p:nvSpPr>
              <p:cNvPr id="1048779" name=""/>
              <p:cNvSpPr/>
              <p:nvPr/>
            </p:nvSpPr>
            <p:spPr>
              <a:xfrm>
                <a:off x="7667483" y="3539968"/>
                <a:ext cx="254518" cy="355762"/>
              </a:xfrm>
            </p:spPr>
          </p:sp>
        </mc:Fallback>
      </mc:AlternateContent>
      <mc:AlternateContent xmlns:mc="http://schemas.openxmlformats.org/markup-compatibility/2006">
        <mc:Choice xmlns:p14="http://schemas.microsoft.com/office/powerpoint/2010/main" Requires="p14">
          <p:contentPart p14:bwMode="auto" r:id="rId19">
            <p14:nvContentPartPr>
              <p14:cNvPr id="1048780" name=""/>
              <p14:cNvContentPartPr/>
              <p14:nvPr/>
            </p14:nvContentPartPr>
            <p14:xfrm>
              <a:off x="7926131" y="3246533"/>
              <a:ext cx="322775" cy="681873"/>
            </p14:xfrm>
          </p:contentPart>
        </mc:Choice>
        <mc:Fallback>
          <p:sp>
            <p:nvSpPr>
              <p:cNvPr id="1048780" name=""/>
              <p:cNvSpPr/>
              <p:nvPr/>
            </p:nvSpPr>
            <p:spPr>
              <a:xfrm>
                <a:off x="7926131" y="3246533"/>
                <a:ext cx="322775" cy="681873"/>
              </a:xfrm>
            </p:spPr>
          </p:sp>
        </mc:Fallback>
      </mc:AlternateContent>
      <mc:AlternateContent xmlns:mc="http://schemas.openxmlformats.org/markup-compatibility/2006">
        <mc:Choice xmlns:p14="http://schemas.microsoft.com/office/powerpoint/2010/main" Requires="p14">
          <p:contentPart p14:bwMode="auto" r:id="rId20">
            <p14:nvContentPartPr>
              <p14:cNvPr id="1048781" name=""/>
              <p14:cNvContentPartPr/>
              <p14:nvPr/>
            </p14:nvContentPartPr>
            <p14:xfrm>
              <a:off x="8270841" y="3160538"/>
              <a:ext cx="171120" cy="687776"/>
            </p14:xfrm>
          </p:contentPart>
        </mc:Choice>
        <mc:Fallback>
          <p:sp>
            <p:nvSpPr>
              <p:cNvPr id="1048781" name=""/>
              <p:cNvSpPr/>
              <p:nvPr/>
            </p:nvSpPr>
            <p:spPr>
              <a:xfrm>
                <a:off x="8270841" y="3160538"/>
                <a:ext cx="171120" cy="687776"/>
              </a:xfrm>
            </p:spPr>
          </p:sp>
        </mc:Fallback>
      </mc:AlternateContent>
      <mc:AlternateContent xmlns:mc="http://schemas.openxmlformats.org/markup-compatibility/2006">
        <mc:Choice xmlns:p14="http://schemas.microsoft.com/office/powerpoint/2010/main" Requires="p14">
          <p:contentPart p14:bwMode="auto" r:id="rId21">
            <p14:nvContentPartPr>
              <p14:cNvPr id="1048782" name=""/>
              <p14:cNvContentPartPr/>
              <p14:nvPr/>
            </p14:nvContentPartPr>
            <p14:xfrm>
              <a:off x="8408851" y="3515028"/>
              <a:ext cx="415267" cy="413424"/>
            </p14:xfrm>
          </p:contentPart>
        </mc:Choice>
        <mc:Fallback>
          <p:sp>
            <p:nvSpPr>
              <p:cNvPr id="1048782" name=""/>
              <p:cNvSpPr/>
              <p:nvPr/>
            </p:nvSpPr>
            <p:spPr>
              <a:xfrm>
                <a:off x="8408851" y="3515028"/>
                <a:ext cx="415267" cy="413424"/>
              </a:xfrm>
            </p:spPr>
          </p:sp>
        </mc:Fallback>
      </mc:AlternateContent>
      <mc:AlternateContent xmlns:mc="http://schemas.openxmlformats.org/markup-compatibility/2006">
        <mc:Choice xmlns:p14="http://schemas.microsoft.com/office/powerpoint/2010/main" Requires="p14">
          <p:contentPart p14:bwMode="auto" r:id="rId22">
            <p14:nvContentPartPr>
              <p14:cNvPr id="1048783" name=""/>
              <p14:cNvContentPartPr/>
              <p14:nvPr/>
            </p14:nvContentPartPr>
            <p14:xfrm>
              <a:off x="6795838" y="2310712"/>
              <a:ext cx="0" cy="0"/>
            </p14:xfrm>
          </p:contentPart>
        </mc:Choice>
        <mc:Fallback>
          <p:sp>
            <p:nvSpPr>
              <p:cNvPr id="1048783" name=""/>
              <p:cNvSpPr/>
              <p:nvPr/>
            </p:nvSpPr>
            <p:spPr>
              <a:xfrm>
                <a:off x="6795838" y="2310712"/>
                <a:ext cx="0" cy="0"/>
              </a:xfrm>
            </p:spPr>
          </p:sp>
        </mc:Fallback>
      </mc:AlternateContent>
      <mc:AlternateContent xmlns:mc="http://schemas.openxmlformats.org/markup-compatibility/2006">
        <mc:Choice xmlns:p14="http://schemas.microsoft.com/office/powerpoint/2010/main" Requires="p14">
          <p:contentPart p14:bwMode="auto" r:id="rId23">
            <p14:nvContentPartPr>
              <p14:cNvPr id="1048784" name=""/>
              <p14:cNvContentPartPr/>
              <p14:nvPr/>
            </p14:nvContentPartPr>
            <p14:xfrm>
              <a:off x="6858578" y="2043827"/>
              <a:ext cx="0" cy="0"/>
            </p14:xfrm>
          </p:contentPart>
        </mc:Choice>
        <mc:Fallback>
          <p:sp>
            <p:nvSpPr>
              <p:cNvPr id="1048784" name=""/>
              <p:cNvSpPr/>
              <p:nvPr/>
            </p:nvSpPr>
            <p:spPr>
              <a:xfrm>
                <a:off x="6858578" y="2043827"/>
                <a:ext cx="0" cy="0"/>
              </a:xfrm>
            </p:spPr>
          </p:sp>
        </mc:Fallback>
      </mc:AlternateContent>
      <mc:AlternateContent xmlns:mc="http://schemas.openxmlformats.org/markup-compatibility/2006">
        <mc:Choice xmlns:p14="http://schemas.microsoft.com/office/powerpoint/2010/main" Requires="p14">
          <p:contentPart p14:bwMode="auto" r:id="rId24">
            <p14:nvContentPartPr>
              <p14:cNvPr id="1048785" name=""/>
              <p14:cNvContentPartPr/>
              <p14:nvPr/>
            </p14:nvContentPartPr>
            <p14:xfrm>
              <a:off x="6627658" y="2338385"/>
              <a:ext cx="0" cy="0"/>
            </p14:xfrm>
          </p:contentPart>
        </mc:Choice>
        <mc:Fallback>
          <p:sp>
            <p:nvSpPr>
              <p:cNvPr id="1048785" name=""/>
              <p:cNvSpPr/>
              <p:nvPr/>
            </p:nvSpPr>
            <p:spPr>
              <a:xfrm>
                <a:off x="6627658" y="2338385"/>
                <a:ext cx="0" cy="0"/>
              </a:xfrm>
            </p:spPr>
          </p:sp>
        </mc:Fallback>
      </mc:AlternateContent>
      <mc:AlternateContent xmlns:mc="http://schemas.openxmlformats.org/markup-compatibility/2006">
        <mc:Choice xmlns:p14="http://schemas.microsoft.com/office/powerpoint/2010/main" Requires="p14">
          <p:contentPart p14:bwMode="auto" r:id="rId25">
            <p14:nvContentPartPr>
              <p14:cNvPr id="1048786" name=""/>
              <p14:cNvContentPartPr/>
              <p14:nvPr/>
            </p14:nvContentPartPr>
            <p14:xfrm>
              <a:off x="6208186" y="4387309"/>
              <a:ext cx="298701" cy="668261"/>
            </p14:xfrm>
          </p:contentPart>
        </mc:Choice>
        <mc:Fallback>
          <p:sp>
            <p:nvSpPr>
              <p:cNvPr id="1048786" name=""/>
              <p:cNvSpPr/>
              <p:nvPr/>
            </p:nvSpPr>
            <p:spPr>
              <a:xfrm>
                <a:off x="6208186" y="4387309"/>
                <a:ext cx="298701" cy="668261"/>
              </a:xfrm>
            </p:spPr>
          </p:sp>
        </mc:Fallback>
      </mc:AlternateContent>
      <mc:AlternateContent xmlns:mc="http://schemas.openxmlformats.org/markup-compatibility/2006">
        <mc:Choice xmlns:p14="http://schemas.microsoft.com/office/powerpoint/2010/main" Requires="p14">
          <p:contentPart p14:bwMode="auto" r:id="rId26">
            <p14:nvContentPartPr>
              <p14:cNvPr id="1048787" name=""/>
              <p14:cNvContentPartPr/>
              <p14:nvPr/>
            </p14:nvContentPartPr>
            <p14:xfrm>
              <a:off x="5989875" y="4659507"/>
              <a:ext cx="493963" cy="65606"/>
            </p14:xfrm>
          </p:contentPart>
        </mc:Choice>
        <mc:Fallback>
          <p:sp>
            <p:nvSpPr>
              <p:cNvPr id="1048787" name=""/>
              <p:cNvSpPr/>
              <p:nvPr/>
            </p:nvSpPr>
            <p:spPr>
              <a:xfrm>
                <a:off x="5989875" y="4659507"/>
                <a:ext cx="493963" cy="65606"/>
              </a:xfrm>
            </p:spPr>
          </p:sp>
        </mc:Fallback>
      </mc:AlternateContent>
      <mc:AlternateContent xmlns:mc="http://schemas.openxmlformats.org/markup-compatibility/2006">
        <mc:Choice xmlns:p14="http://schemas.microsoft.com/office/powerpoint/2010/main" Requires="p14">
          <p:contentPart p14:bwMode="auto" r:id="rId27">
            <p14:nvContentPartPr>
              <p14:cNvPr id="1048788" name=""/>
              <p14:cNvContentPartPr/>
              <p14:nvPr/>
            </p14:nvContentPartPr>
            <p14:xfrm>
              <a:off x="6584137" y="4629065"/>
              <a:ext cx="545683" cy="148161"/>
            </p14:xfrm>
          </p:contentPart>
        </mc:Choice>
        <mc:Fallback>
          <p:sp>
            <p:nvSpPr>
              <p:cNvPr id="1048788" name=""/>
              <p:cNvSpPr/>
              <p:nvPr/>
            </p:nvSpPr>
            <p:spPr>
              <a:xfrm>
                <a:off x="6584137" y="4629065"/>
                <a:ext cx="545683" cy="148161"/>
              </a:xfrm>
            </p:spPr>
          </p:sp>
        </mc:Fallback>
      </mc:AlternateContent>
      <mc:AlternateContent xmlns:mc="http://schemas.openxmlformats.org/markup-compatibility/2006">
        <mc:Choice xmlns:p14="http://schemas.microsoft.com/office/powerpoint/2010/main" Requires="p14">
          <p:contentPart p14:bwMode="auto" r:id="rId28">
            <p14:nvContentPartPr>
              <p14:cNvPr id="1048789" name=""/>
              <p14:cNvContentPartPr/>
              <p14:nvPr/>
            </p14:nvContentPartPr>
            <p14:xfrm>
              <a:off x="6721729" y="4474304"/>
              <a:ext cx="342621" cy="430745"/>
            </p14:xfrm>
          </p:contentPart>
        </mc:Choice>
        <mc:Fallback>
          <p:sp>
            <p:nvSpPr>
              <p:cNvPr id="1048789" name=""/>
              <p:cNvSpPr/>
              <p:nvPr/>
            </p:nvSpPr>
            <p:spPr>
              <a:xfrm>
                <a:off x="6721729" y="4474304"/>
                <a:ext cx="342621" cy="430745"/>
              </a:xfrm>
            </p:spPr>
          </p:sp>
        </mc:Fallback>
      </mc:AlternateContent>
      <mc:AlternateContent xmlns:mc="http://schemas.openxmlformats.org/markup-compatibility/2006">
        <mc:Choice xmlns:p14="http://schemas.microsoft.com/office/powerpoint/2010/main" Requires="p14">
          <p:contentPart p14:bwMode="auto" r:id="rId29">
            <p14:nvContentPartPr>
              <p14:cNvPr id="1048790" name=""/>
              <p14:cNvContentPartPr/>
              <p14:nvPr/>
            </p14:nvContentPartPr>
            <p14:xfrm>
              <a:off x="7068002" y="4127695"/>
              <a:ext cx="466647" cy="709535"/>
            </p14:xfrm>
          </p:contentPart>
        </mc:Choice>
        <mc:Fallback>
          <p:sp>
            <p:nvSpPr>
              <p:cNvPr id="1048790" name=""/>
              <p:cNvSpPr/>
              <p:nvPr/>
            </p:nvSpPr>
            <p:spPr>
              <a:xfrm>
                <a:off x="7068002" y="4127695"/>
                <a:ext cx="466647" cy="709535"/>
              </a:xfrm>
            </p:spPr>
          </p:sp>
        </mc:Fallback>
      </mc:AlternateContent>
      <mc:AlternateContent xmlns:mc="http://schemas.openxmlformats.org/markup-compatibility/2006">
        <mc:Choice xmlns:p14="http://schemas.microsoft.com/office/powerpoint/2010/main" Requires="p14">
          <p:contentPart p14:bwMode="auto" r:id="rId30">
            <p14:nvContentPartPr>
              <p14:cNvPr id="1048791" name=""/>
              <p14:cNvContentPartPr/>
              <p14:nvPr/>
            </p14:nvContentPartPr>
            <p14:xfrm>
              <a:off x="6089928" y="2228518"/>
              <a:ext cx="0" cy="0"/>
            </p14:xfrm>
          </p:contentPart>
        </mc:Choice>
        <mc:Fallback>
          <p:sp>
            <p:nvSpPr>
              <p:cNvPr id="1048791" name=""/>
              <p:cNvSpPr/>
              <p:nvPr/>
            </p:nvSpPr>
            <p:spPr>
              <a:xfrm>
                <a:off x="6089928" y="2228518"/>
                <a:ext cx="0" cy="0"/>
              </a:xfrm>
            </p:spPr>
          </p:sp>
        </mc:Fallback>
      </mc:AlternateContent>
      <mc:AlternateContent xmlns:mc="http://schemas.openxmlformats.org/markup-compatibility/2006">
        <mc:Choice xmlns:p14="http://schemas.microsoft.com/office/powerpoint/2010/main" Requires="p14">
          <p:contentPart p14:bwMode="auto" r:id="rId31">
            <p14:nvContentPartPr>
              <p14:cNvPr id="1048792" name=""/>
              <p14:cNvContentPartPr/>
              <p14:nvPr/>
            </p14:nvContentPartPr>
            <p14:xfrm>
              <a:off x="7990777" y="5633681"/>
              <a:ext cx="0" cy="0"/>
            </p14:xfrm>
          </p:contentPart>
        </mc:Choice>
        <mc:Fallback>
          <p:sp>
            <p:nvSpPr>
              <p:cNvPr id="1048792" name=""/>
              <p:cNvSpPr/>
              <p:nvPr/>
            </p:nvSpPr>
            <p:spPr>
              <a:xfrm>
                <a:off x="7990777" y="5633681"/>
                <a:ext cx="0" cy="0"/>
              </a:xfrm>
            </p:spPr>
          </p:sp>
        </mc:Fallback>
      </mc:AlternateContent>
      <mc:AlternateContent xmlns:mc="http://schemas.openxmlformats.org/markup-compatibility/2006">
        <mc:Choice xmlns:p14="http://schemas.microsoft.com/office/powerpoint/2010/main" Requires="p14">
          <p:contentPart p14:bwMode="auto" r:id="rId32">
            <p14:nvContentPartPr>
              <p14:cNvPr id="1048793" name=""/>
              <p14:cNvContentPartPr/>
              <p14:nvPr/>
            </p14:nvContentPartPr>
            <p14:xfrm>
              <a:off x="6617302" y="6368893"/>
              <a:ext cx="0" cy="0"/>
            </p14:xfrm>
          </p:contentPart>
        </mc:Choice>
        <mc:Fallback>
          <p:sp>
            <p:nvSpPr>
              <p:cNvPr id="1048793" name=""/>
              <p:cNvSpPr/>
              <p:nvPr/>
            </p:nvSpPr>
            <p:spPr>
              <a:xfrm>
                <a:off x="6617302" y="6368893"/>
                <a:ext cx="0" cy="0"/>
              </a:xfrm>
            </p:spPr>
          </p:sp>
        </mc:Fallback>
      </mc:AlternateContent>
      <mc:AlternateContent xmlns:mc="http://schemas.openxmlformats.org/markup-compatibility/2006">
        <mc:Choice xmlns:p14="http://schemas.microsoft.com/office/powerpoint/2010/main" Requires="p14">
          <p:contentPart p14:bwMode="auto" r:id="rId33">
            <p14:nvContentPartPr>
              <p14:cNvPr id="1048794" name=""/>
              <p14:cNvContentPartPr/>
              <p14:nvPr/>
            </p14:nvContentPartPr>
            <p14:xfrm>
              <a:off x="5087989" y="5038925"/>
              <a:ext cx="1028192" cy="60607"/>
            </p14:xfrm>
          </p:contentPart>
        </mc:Choice>
        <mc:Fallback>
          <p:sp>
            <p:nvSpPr>
              <p:cNvPr id="1048794" name=""/>
              <p:cNvSpPr/>
              <p:nvPr/>
            </p:nvSpPr>
            <p:spPr>
              <a:xfrm>
                <a:off x="5087989" y="5038925"/>
                <a:ext cx="1028192" cy="60607"/>
              </a:xfrm>
            </p:spPr>
          </p:sp>
        </mc:Fallback>
      </mc:AlternateContent>
      <mc:AlternateContent xmlns:mc="http://schemas.openxmlformats.org/markup-compatibility/2006">
        <mc:Choice xmlns:p14="http://schemas.microsoft.com/office/powerpoint/2010/main" Requires="p14">
          <p:contentPart p14:bwMode="auto" r:id="rId34">
            <p14:nvContentPartPr>
              <p14:cNvPr id="1048795" name=""/>
              <p14:cNvContentPartPr/>
              <p14:nvPr/>
            </p14:nvContentPartPr>
            <p14:xfrm>
              <a:off x="5640762" y="5180174"/>
              <a:ext cx="191719" cy="792838"/>
            </p14:xfrm>
          </p:contentPart>
        </mc:Choice>
        <mc:Fallback>
          <p:sp>
            <p:nvSpPr>
              <p:cNvPr id="1048795" name=""/>
              <p:cNvSpPr/>
              <p:nvPr/>
            </p:nvSpPr>
            <p:spPr>
              <a:xfrm>
                <a:off x="5640762" y="5180174"/>
                <a:ext cx="191719" cy="792838"/>
              </a:xfrm>
            </p:spPr>
          </p:sp>
        </mc:Fallback>
      </mc:AlternateContent>
      <mc:AlternateContent xmlns:mc="http://schemas.openxmlformats.org/markup-compatibility/2006">
        <mc:Choice xmlns:p14="http://schemas.microsoft.com/office/powerpoint/2010/main" Requires="p14">
          <p:contentPart p14:bwMode="auto" r:id="rId35">
            <p14:nvContentPartPr>
              <p14:cNvPr id="1048798" name=""/>
              <p14:cNvContentPartPr/>
              <p14:nvPr/>
            </p14:nvContentPartPr>
            <p14:xfrm>
              <a:off x="5471389" y="5102360"/>
              <a:ext cx="222014" cy="646783"/>
            </p14:xfrm>
          </p:contentPart>
        </mc:Choice>
        <mc:Fallback>
          <p:sp>
            <p:nvSpPr>
              <p:cNvPr id="1048798" name=""/>
              <p:cNvSpPr/>
              <p:nvPr/>
            </p:nvSpPr>
            <p:spPr>
              <a:xfrm>
                <a:off x="5471389" y="5102360"/>
                <a:ext cx="222014" cy="646783"/>
              </a:xfrm>
            </p:spPr>
          </p:sp>
        </mc:Fallback>
      </mc:AlternateContent>
      <mc:AlternateContent xmlns:mc="http://schemas.openxmlformats.org/markup-compatibility/2006">
        <mc:Choice xmlns:p14="http://schemas.microsoft.com/office/powerpoint/2010/main" Requires="p14">
          <p:contentPart p14:bwMode="auto" r:id="rId36">
            <p14:nvContentPartPr>
              <p14:cNvPr id="1048799" name=""/>
              <p14:cNvContentPartPr/>
              <p14:nvPr/>
            </p14:nvContentPartPr>
            <p14:xfrm>
              <a:off x="5706381" y="5171878"/>
              <a:ext cx="490714" cy="300045"/>
            </p14:xfrm>
          </p:contentPart>
        </mc:Choice>
        <mc:Fallback>
          <p:sp>
            <p:nvSpPr>
              <p:cNvPr id="1048799" name=""/>
              <p:cNvSpPr/>
              <p:nvPr/>
            </p:nvSpPr>
            <p:spPr>
              <a:xfrm>
                <a:off x="5706381" y="5171878"/>
                <a:ext cx="490714" cy="300045"/>
              </a:xfrm>
            </p:spPr>
          </p:sp>
        </mc:Fallback>
      </mc:AlternateContent>
      <mc:AlternateContent xmlns:mc="http://schemas.openxmlformats.org/markup-compatibility/2006">
        <mc:Choice xmlns:p14="http://schemas.microsoft.com/office/powerpoint/2010/main" Requires="p14">
          <p:contentPart p14:bwMode="auto" r:id="rId37">
            <p14:nvContentPartPr>
              <p14:cNvPr id="1048800" name=""/>
              <p14:cNvContentPartPr/>
              <p14:nvPr/>
            </p14:nvContentPartPr>
            <p14:xfrm>
              <a:off x="4952454" y="368806"/>
              <a:ext cx="0" cy="0"/>
            </p14:xfrm>
          </p:contentPart>
        </mc:Choice>
        <mc:Fallback>
          <p:sp>
            <p:nvSpPr>
              <p:cNvPr id="1048800" name=""/>
              <p:cNvSpPr/>
              <p:nvPr/>
            </p:nvSpPr>
            <p:spPr>
              <a:xfrm>
                <a:off x="4952454" y="368806"/>
                <a:ext cx="0" cy="0"/>
              </a:xfrm>
            </p:spPr>
          </p:sp>
        </mc:Fallback>
      </mc:AlternateContent>
      <mc:AlternateContent xmlns:mc="http://schemas.openxmlformats.org/markup-compatibility/2006">
        <mc:Choice xmlns:p14="http://schemas.microsoft.com/office/powerpoint/2010/main" Requires="p14">
          <p:contentPart p14:bwMode="auto" r:id="rId38">
            <p14:nvContentPartPr>
              <p14:cNvPr id="1048801" name=""/>
              <p14:cNvContentPartPr/>
              <p14:nvPr/>
            </p14:nvContentPartPr>
            <p14:xfrm>
              <a:off x="4275250" y="4580504"/>
              <a:ext cx="536521" cy="1262742"/>
            </p14:xfrm>
          </p:contentPart>
        </mc:Choice>
        <mc:Fallback>
          <p:sp>
            <p:nvSpPr>
              <p:cNvPr id="1048801" name=""/>
              <p:cNvSpPr/>
              <p:nvPr/>
            </p:nvSpPr>
            <p:spPr>
              <a:xfrm>
                <a:off x="4275250" y="4580504"/>
                <a:ext cx="536521" cy="1262742"/>
              </a:xfrm>
            </p:spPr>
          </p:sp>
        </mc:Fallback>
      </mc:AlternateContent>
      <mc:AlternateContent xmlns:mc="http://schemas.openxmlformats.org/markup-compatibility/2006">
        <mc:Choice xmlns:p14="http://schemas.microsoft.com/office/powerpoint/2010/main" Requires="p14">
          <p:contentPart p14:bwMode="auto" r:id="rId39">
            <p14:nvContentPartPr>
              <p14:cNvPr id="1048802" name=""/>
              <p14:cNvContentPartPr/>
              <p14:nvPr/>
            </p14:nvContentPartPr>
            <p14:xfrm>
              <a:off x="4314984" y="4544342"/>
              <a:ext cx="423127" cy="566564"/>
            </p14:xfrm>
          </p:contentPart>
        </mc:Choice>
        <mc:Fallback>
          <p:sp>
            <p:nvSpPr>
              <p:cNvPr id="1048802" name=""/>
              <p:cNvSpPr/>
              <p:nvPr/>
            </p:nvSpPr>
            <p:spPr>
              <a:xfrm>
                <a:off x="4314984" y="4544342"/>
                <a:ext cx="423127" cy="566564"/>
              </a:xfrm>
            </p:spPr>
          </p:sp>
        </mc:Fallback>
      </mc:AlternateContent>
      <mc:AlternateContent xmlns:mc="http://schemas.openxmlformats.org/markup-compatibility/2006">
        <mc:Choice xmlns:p14="http://schemas.microsoft.com/office/powerpoint/2010/main" Requires="p14">
          <p:contentPart p14:bwMode="auto" r:id="rId40">
            <p14:nvContentPartPr>
              <p14:cNvPr id="1048803" name=""/>
              <p14:cNvContentPartPr/>
              <p14:nvPr/>
            </p14:nvContentPartPr>
            <p14:xfrm>
              <a:off x="4590263" y="4615138"/>
              <a:ext cx="614299" cy="428744"/>
            </p14:xfrm>
          </p:contentPart>
        </mc:Choice>
        <mc:Fallback>
          <p:sp>
            <p:nvSpPr>
              <p:cNvPr id="1048803" name=""/>
              <p:cNvSpPr/>
              <p:nvPr/>
            </p:nvSpPr>
            <p:spPr>
              <a:xfrm>
                <a:off x="4590263" y="4615138"/>
                <a:ext cx="614299" cy="428744"/>
              </a:xfrm>
            </p:spPr>
          </p:sp>
        </mc:Fallback>
      </mc:AlternateContent>
      <mc:AlternateContent xmlns:mc="http://schemas.openxmlformats.org/markup-compatibility/2006">
        <mc:Choice xmlns:p14="http://schemas.microsoft.com/office/powerpoint/2010/main" Requires="p14">
          <p:contentPart p14:bwMode="auto" r:id="rId41">
            <p14:nvContentPartPr>
              <p14:cNvPr id="1048805" name=""/>
              <p14:cNvContentPartPr/>
              <p14:nvPr/>
            </p14:nvContentPartPr>
            <p14:xfrm>
              <a:off x="6359773" y="4723105"/>
              <a:ext cx="0" cy="0"/>
            </p14:xfrm>
          </p:contentPart>
        </mc:Choice>
        <mc:Fallback>
          <p:sp>
            <p:nvSpPr>
              <p:cNvPr id="1048805" name=""/>
              <p:cNvSpPr/>
              <p:nvPr/>
            </p:nvSpPr>
            <p:spPr>
              <a:xfrm>
                <a:off x="6359773" y="4723105"/>
                <a:ext cx="0" cy="0"/>
              </a:xfrm>
            </p:spPr>
          </p:sp>
        </mc:Fallback>
      </mc:AlternateContent>
      <mc:AlternateContent xmlns:mc="http://schemas.openxmlformats.org/markup-compatibility/2006">
        <mc:Choice xmlns:p14="http://schemas.microsoft.com/office/powerpoint/2010/main" Requires="p14">
          <p:contentPart p14:bwMode="auto" r:id="rId42">
            <p14:nvContentPartPr>
              <p14:cNvPr id="1048806" name=""/>
              <p14:cNvContentPartPr/>
              <p14:nvPr/>
            </p14:nvContentPartPr>
            <p14:xfrm>
              <a:off x="4452424" y="4642292"/>
              <a:ext cx="726555" cy="71848"/>
            </p14:xfrm>
          </p:contentPart>
        </mc:Choice>
        <mc:Fallback>
          <p:sp>
            <p:nvSpPr>
              <p:cNvPr id="1048806" name=""/>
              <p:cNvSpPr/>
              <p:nvPr/>
            </p:nvSpPr>
            <p:spPr>
              <a:xfrm>
                <a:off x="4452424" y="4642292"/>
                <a:ext cx="726555" cy="71848"/>
              </a:xfrm>
            </p:spPr>
          </p:sp>
        </mc:Fallback>
      </mc:AlternateContent>
      <mc:AlternateContent xmlns:mc="http://schemas.openxmlformats.org/markup-compatibility/2006">
        <mc:Choice xmlns:p14="http://schemas.microsoft.com/office/powerpoint/2010/main" Requires="p14">
          <p:contentPart p14:bwMode="auto" r:id="rId43">
            <p14:nvContentPartPr>
              <p14:cNvPr id="1048807" name=""/>
              <p14:cNvContentPartPr/>
              <p14:nvPr/>
            </p14:nvContentPartPr>
            <p14:xfrm>
              <a:off x="4769306" y="1332585"/>
              <a:ext cx="0" cy="0"/>
            </p14:xfrm>
          </p:contentPart>
        </mc:Choice>
        <mc:Fallback>
          <p:sp>
            <p:nvSpPr>
              <p:cNvPr id="1048807" name=""/>
              <p:cNvSpPr/>
              <p:nvPr/>
            </p:nvSpPr>
            <p:spPr>
              <a:xfrm>
                <a:off x="4769306" y="1332585"/>
                <a:ext cx="0" cy="0"/>
              </a:xfrm>
            </p:spPr>
          </p:sp>
        </mc:Fallback>
      </mc:AlternateContent>
      <mc:AlternateContent xmlns:mc="http://schemas.openxmlformats.org/markup-compatibility/2006">
        <mc:Choice xmlns:p14="http://schemas.microsoft.com/office/powerpoint/2010/main" Requires="p14">
          <p:contentPart p14:bwMode="auto" r:id="rId44">
            <p14:nvContentPartPr>
              <p14:cNvPr id="1048808" name=""/>
              <p14:cNvContentPartPr/>
              <p14:nvPr/>
            </p14:nvContentPartPr>
            <p14:xfrm>
              <a:off x="4633770" y="585320"/>
              <a:ext cx="0" cy="0"/>
            </p14:xfrm>
          </p:contentPart>
        </mc:Choice>
        <mc:Fallback>
          <p:sp>
            <p:nvSpPr>
              <p:cNvPr id="1048808" name=""/>
              <p:cNvSpPr/>
              <p:nvPr/>
            </p:nvSpPr>
            <p:spPr>
              <a:xfrm>
                <a:off x="4633770" y="585320"/>
                <a:ext cx="0" cy="0"/>
              </a:xfrm>
            </p:spPr>
          </p:sp>
        </mc:Fallback>
      </mc:AlternateContent>
      <mc:AlternateContent xmlns:mc="http://schemas.openxmlformats.org/markup-compatibility/2006">
        <mc:Choice xmlns:p14="http://schemas.microsoft.com/office/powerpoint/2010/main" Requires="p14">
          <p:contentPart p14:bwMode="auto" r:id="rId45">
            <p14:nvContentPartPr>
              <p14:cNvPr id="1048809" name=""/>
              <p14:cNvContentPartPr/>
              <p14:nvPr/>
            </p14:nvContentPartPr>
            <p14:xfrm>
              <a:off x="4214297" y="3140136"/>
              <a:ext cx="900643" cy="11447"/>
            </p14:xfrm>
          </p:contentPart>
        </mc:Choice>
        <mc:Fallback>
          <p:sp>
            <p:nvSpPr>
              <p:cNvPr id="1048809" name=""/>
              <p:cNvSpPr/>
              <p:nvPr/>
            </p:nvSpPr>
            <p:spPr>
              <a:xfrm>
                <a:off x="4214297" y="3140136"/>
                <a:ext cx="900643" cy="11447"/>
              </a:xfrm>
            </p:spPr>
          </p:sp>
        </mc:Fallback>
      </mc:AlternateContent>
      <mc:AlternateContent xmlns:mc="http://schemas.openxmlformats.org/markup-compatibility/2006">
        <mc:Choice xmlns:p14="http://schemas.microsoft.com/office/powerpoint/2010/main" Requires="p14">
          <p:contentPart p14:bwMode="auto" r:id="rId46">
            <p14:nvContentPartPr>
              <p14:cNvPr id="1048811" name=""/>
              <p14:cNvContentPartPr/>
              <p14:nvPr/>
            </p14:nvContentPartPr>
            <p14:xfrm>
              <a:off x="4145141" y="305102"/>
              <a:ext cx="0" cy="0"/>
            </p14:xfrm>
          </p:contentPart>
        </mc:Choice>
        <mc:Fallback>
          <p:sp>
            <p:nvSpPr>
              <p:cNvPr id="1048811" name=""/>
              <p:cNvSpPr/>
              <p:nvPr/>
            </p:nvSpPr>
            <p:spPr>
              <a:xfrm>
                <a:off x="4145141" y="305102"/>
                <a:ext cx="0" cy="0"/>
              </a:xfrm>
            </p:spPr>
          </p:sp>
        </mc:Fallback>
      </mc:AlternateContent>
      <mc:AlternateContent xmlns:mc="http://schemas.openxmlformats.org/markup-compatibility/2006">
        <mc:Choice xmlns:p14="http://schemas.microsoft.com/office/powerpoint/2010/main" Requires="p14">
          <p:contentPart p14:bwMode="auto" r:id="rId47">
            <p14:nvContentPartPr>
              <p14:cNvPr id="1048816" name=""/>
              <p14:cNvContentPartPr/>
              <p14:nvPr/>
            </p14:nvContentPartPr>
            <p14:xfrm>
              <a:off x="3323506" y="3168587"/>
              <a:ext cx="1247714" cy="2668552"/>
            </p14:xfrm>
          </p:contentPart>
        </mc:Choice>
        <mc:Fallback>
          <p:sp>
            <p:nvSpPr>
              <p:cNvPr id="1048816" name=""/>
              <p:cNvSpPr/>
              <p:nvPr/>
            </p:nvSpPr>
            <p:spPr>
              <a:xfrm>
                <a:off x="3323506" y="3168587"/>
                <a:ext cx="1247714" cy="2668552"/>
              </a:xfrm>
            </p:spPr>
          </p:sp>
        </mc:Fallback>
      </mc:AlternateContent>
      <mc:AlternateContent xmlns:mc="http://schemas.openxmlformats.org/markup-compatibility/2006">
        <mc:Choice xmlns:p14="http://schemas.microsoft.com/office/powerpoint/2010/main" Requires="p14">
          <p:contentPart p14:bwMode="auto" r:id="rId48">
            <p14:nvContentPartPr>
              <p14:cNvPr id="1048817" name=""/>
              <p14:cNvContentPartPr/>
              <p14:nvPr/>
            </p14:nvContentPartPr>
            <p14:xfrm>
              <a:off x="4591200" y="3056673"/>
              <a:ext cx="0" cy="0"/>
            </p14:xfrm>
          </p:contentPart>
        </mc:Choice>
        <mc:Fallback>
          <p:sp>
            <p:nvSpPr>
              <p:cNvPr id="1048817" name=""/>
              <p:cNvSpPr/>
              <p:nvPr/>
            </p:nvSpPr>
            <p:spPr>
              <a:xfrm>
                <a:off x="4591200" y="3056673"/>
                <a:ext cx="0" cy="0"/>
              </a:xfrm>
            </p:spPr>
          </p:sp>
        </mc:Fallback>
      </mc:AlternateContent>
      <mc:AlternateContent xmlns:mc="http://schemas.openxmlformats.org/markup-compatibility/2006">
        <mc:Choice xmlns:p14="http://schemas.microsoft.com/office/powerpoint/2010/main" Requires="p14">
          <p:contentPart p14:bwMode="auto" r:id="rId49">
            <p14:nvContentPartPr>
              <p14:cNvPr id="1048818" name=""/>
              <p14:cNvContentPartPr/>
              <p14:nvPr/>
            </p14:nvContentPartPr>
            <p14:xfrm>
              <a:off x="4577968" y="3169432"/>
              <a:ext cx="0" cy="0"/>
            </p14:xfrm>
          </p:contentPart>
        </mc:Choice>
        <mc:Fallback>
          <p:sp>
            <p:nvSpPr>
              <p:cNvPr id="1048818" name=""/>
              <p:cNvSpPr/>
              <p:nvPr/>
            </p:nvSpPr>
            <p:spPr>
              <a:xfrm>
                <a:off x="4577968" y="3169432"/>
                <a:ext cx="0" cy="0"/>
              </a:xfrm>
            </p:spPr>
          </p:sp>
        </mc:Fallback>
      </mc:AlternateContent>
      <mc:AlternateContent xmlns:mc="http://schemas.openxmlformats.org/markup-compatibility/2006">
        <mc:Choice xmlns:p14="http://schemas.microsoft.com/office/powerpoint/2010/main" Requires="p14">
          <p:contentPart p14:bwMode="auto" r:id="rId50">
            <p14:nvContentPartPr>
              <p14:cNvPr id="1048819" name=""/>
              <p14:cNvContentPartPr/>
              <p14:nvPr/>
            </p14:nvContentPartPr>
            <p14:xfrm>
              <a:off x="4541770" y="349951"/>
              <a:ext cx="0" cy="0"/>
            </p14:xfrm>
          </p:contentPart>
        </mc:Choice>
        <mc:Fallback>
          <p:sp>
            <p:nvSpPr>
              <p:cNvPr id="1048819" name=""/>
              <p:cNvSpPr/>
              <p:nvPr/>
            </p:nvSpPr>
            <p:spPr>
              <a:xfrm>
                <a:off x="4541770" y="349951"/>
                <a:ext cx="0" cy="0"/>
              </a:xfrm>
            </p:spPr>
          </p:sp>
        </mc:Fallback>
      </mc:AlternateContent>
      <mc:AlternateContent xmlns:mc="http://schemas.openxmlformats.org/markup-compatibility/2006">
        <mc:Choice xmlns:p14="http://schemas.microsoft.com/office/powerpoint/2010/main" Requires="p14">
          <p:contentPart p14:bwMode="auto" r:id="rId51">
            <p14:nvContentPartPr>
              <p14:cNvPr id="1048820" name=""/>
              <p14:cNvContentPartPr/>
              <p14:nvPr/>
            </p14:nvContentPartPr>
            <p14:xfrm>
              <a:off x="5161319" y="3377174"/>
              <a:ext cx="29061" cy="5546"/>
            </p14:xfrm>
          </p:contentPart>
        </mc:Choice>
        <mc:Fallback>
          <p:sp>
            <p:nvSpPr>
              <p:cNvPr id="1048820" name=""/>
              <p:cNvSpPr/>
              <p:nvPr/>
            </p:nvSpPr>
            <p:spPr>
              <a:xfrm>
                <a:off x="5161319" y="3377174"/>
                <a:ext cx="29061" cy="5546"/>
              </a:xfrm>
            </p:spPr>
          </p:sp>
        </mc:Fallback>
      </mc:AlternateContent>
      <mc:AlternateContent xmlns:mc="http://schemas.openxmlformats.org/markup-compatibility/2006">
        <mc:Choice xmlns:p14="http://schemas.microsoft.com/office/powerpoint/2010/main" Requires="p14">
          <p:contentPart p14:bwMode="auto" r:id="rId52">
            <p14:nvContentPartPr>
              <p14:cNvPr id="1048821" name=""/>
              <p14:cNvContentPartPr/>
              <p14:nvPr/>
            </p14:nvContentPartPr>
            <p14:xfrm>
              <a:off x="4728232" y="1203472"/>
              <a:ext cx="0" cy="0"/>
            </p14:xfrm>
          </p:contentPart>
        </mc:Choice>
        <mc:Fallback>
          <p:sp>
            <p:nvSpPr>
              <p:cNvPr id="1048821" name=""/>
              <p:cNvSpPr/>
              <p:nvPr/>
            </p:nvSpPr>
            <p:spPr>
              <a:xfrm>
                <a:off x="4728232" y="1203472"/>
                <a:ext cx="0" cy="0"/>
              </a:xfrm>
            </p:spPr>
          </p:sp>
        </mc:Fallback>
      </mc:AlternateContent>
      <mc:AlternateContent xmlns:mc="http://schemas.openxmlformats.org/markup-compatibility/2006">
        <mc:Choice xmlns:p14="http://schemas.microsoft.com/office/powerpoint/2010/main" Requires="p14">
          <p:contentPart p14:bwMode="auto" r:id="rId53">
            <p14:nvContentPartPr>
              <p14:cNvPr id="1048822" name=""/>
              <p14:cNvContentPartPr/>
              <p14:nvPr/>
            </p14:nvContentPartPr>
            <p14:xfrm>
              <a:off x="4295187" y="3097002"/>
              <a:ext cx="312952" cy="292735"/>
            </p14:xfrm>
          </p:contentPart>
        </mc:Choice>
        <mc:Fallback>
          <p:sp>
            <p:nvSpPr>
              <p:cNvPr id="1048822" name=""/>
              <p:cNvSpPr/>
              <p:nvPr/>
            </p:nvSpPr>
            <p:spPr>
              <a:xfrm>
                <a:off x="4295187" y="3097002"/>
                <a:ext cx="312952" cy="292735"/>
              </a:xfrm>
            </p:spPr>
          </p:sp>
        </mc:Fallback>
      </mc:AlternateContent>
      <mc:AlternateContent xmlns:mc="http://schemas.openxmlformats.org/markup-compatibility/2006">
        <mc:Choice xmlns:p14="http://schemas.microsoft.com/office/powerpoint/2010/main" Requires="p14">
          <p:contentPart p14:bwMode="auto" r:id="rId54">
            <p14:nvContentPartPr>
              <p14:cNvPr id="1048823" name=""/>
              <p14:cNvContentPartPr/>
              <p14:nvPr/>
            </p14:nvContentPartPr>
            <p14:xfrm>
              <a:off x="4659094" y="3186176"/>
              <a:ext cx="173293" cy="241454"/>
            </p14:xfrm>
          </p:contentPart>
        </mc:Choice>
        <mc:Fallback>
          <p:sp>
            <p:nvSpPr>
              <p:cNvPr id="1048823" name=""/>
              <p:cNvSpPr/>
              <p:nvPr/>
            </p:nvSpPr>
            <p:spPr>
              <a:xfrm>
                <a:off x="4659094" y="3186176"/>
                <a:ext cx="173293" cy="241454"/>
              </a:xfrm>
            </p:spPr>
          </p:sp>
        </mc:Fallback>
      </mc:AlternateContent>
    </p:spTree>
  </p:cSld>
  <p:clrMapOvr>
    <a:masterClrMapping/>
  </p:clrMapOvr>
</p:sld>
</file>

<file path=ppt/theme/theme1.xml><?xml version="1.0" encoding="utf-8"?>
<a:theme xmlns:a="http://schemas.openxmlformats.org/drawingml/2006/main" name="Office 主题">
  <a:themeElements>
    <a:clrScheme name="Office 主题">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演示</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PLA110</dc:creator>
  <dcterms:created xsi:type="dcterms:W3CDTF">2025-10-15T10:29:24Z</dcterms:created>
  <dcterms:modified xsi:type="dcterms:W3CDTF">2025-10-15T10:29:24Z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2052-11.1.0.8500</vt:lpwstr>
  </property>
  <property fmtid="{D5CDD505-2E9C-101B-9397-08002B2CF9AE}" pid="3" name="ICV">
    <vt:lpwstr>0eaebd1a52da4d71b7f20af6b0530b8a_23</vt:lpwstr>
  </property>
</Properties>
</file>